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6ef1b9abf4800" /><Relationship Type="http://schemas.openxmlformats.org/officeDocument/2006/relationships/extended-properties" Target="/docProps/app.xml" Id="Rb740ed8fe5224c4a" /><Relationship Type="http://schemas.openxmlformats.org/officeDocument/2006/relationships/officeDocument" Target="/ppt/presentation.xml" Id="R96d8336ca62f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471100036745ee"/>
  </p:sldMasterIdLst>
  <p:notesMasterIdLst>
    <p:notesMasterId xmlns:r="http://schemas.openxmlformats.org/officeDocument/2006/relationships" r:id="Rae743c597b5a4a0f"/>
  </p:notesMasterIdLst>
  <p:sldIdLst>
    <p:sldId xmlns:r="http://schemas.openxmlformats.org/officeDocument/2006/relationships" id="256" r:id="R094707012a5c465d"/>
  </p:sldIdLst>
  <p:sldSz cx="14630400" cy="82296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102af6047948d0" /><Relationship Type="http://schemas.openxmlformats.org/officeDocument/2006/relationships/slideMaster" Target="/ppt/slideMasters/slideMaster1.xml" Id="Rc7471100036745ee" /><Relationship Type="http://schemas.openxmlformats.org/officeDocument/2006/relationships/notesMaster" Target="/ppt/notesMasters/notesMaster1.xml" Id="Rae743c597b5a4a0f" /><Relationship Type="http://schemas.openxmlformats.org/officeDocument/2006/relationships/presProps" Target="/ppt/presProps.xml" Id="R839cf6d6d2984576" /><Relationship Type="http://schemas.openxmlformats.org/officeDocument/2006/relationships/viewProps" Target="/ppt/viewProps.xml" Id="R6a558f9ee59f4f72" /><Relationship Type="http://schemas.openxmlformats.org/officeDocument/2006/relationships/tableStyles" Target="/ppt/tableStyles.xml" Id="R580b86effcd9427e" /><Relationship Type="http://schemas.openxmlformats.org/officeDocument/2006/relationships/slide" Target="/ppt/slides/slide1.xml" Id="R094707012a5c46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32b43a3b7445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Huawei-inspired Red White Gray">
  <a:themeElements>
    <a:clrScheme name="Huawei-inspired Red White Gray">
      <a:dk1>
        <a:srgbClr val="333333"/>
      </a:dk1>
      <a:lt1>
        <a:srgbClr val="FFFFFF"/>
      </a:lt1>
      <a:dk2>
        <a:srgbClr val="262626"/>
      </a:dk2>
      <a:lt2>
        <a:srgbClr val="F5F5F5"/>
      </a:lt2>
      <a:accent1>
        <a:srgbClr val="C7000B"/>
      </a:accent1>
      <a:accent2>
        <a:srgbClr val="666666"/>
      </a:accent2>
      <a:accent3>
        <a:srgbClr val="D9D9D9"/>
      </a:accent3>
      <a:accent4>
        <a:srgbClr val="FCEBEC"/>
      </a:accent4>
      <a:accent5>
        <a:srgbClr val="999999"/>
      </a:accent5>
      <a:accent6>
        <a:srgbClr val="8C0008"/>
      </a:accent6>
      <a:hlink>
        <a:srgbClr val="C7000B"/>
      </a:hlink>
      <a:folHlink>
        <a:srgbClr val="8C0008"/>
      </a:folHlink>
    </a:clrScheme>
    <a:fontScheme name="Microsoft YaHei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Huawei-inspired Red White Gra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eb9ffa28634a8d" /><Relationship Type="http://schemas.openxmlformats.org/officeDocument/2006/relationships/notesMaster" Target="/ppt/notesMasters/notesMaster1.xml" Id="Ra3c1c1e465af40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信息来源：用户提供的业务目标、核心问题、建设路标，以及本轮共同对齐的写作结构。</a:t>
            </a:r>
            <a:endParaRPr/>
          </a:p>
          <a:p xmlns:a="http://schemas.openxmlformats.org/drawingml/2006/main">
            <a:r>
              <a:t>定位：内部产品商用支撑规划，未假定外部SaaS收费或营收目标。</a:t>
            </a:r>
            <a:endParaRPr/>
          </a:p>
          <a:p xmlns:a="http://schemas.openxmlformats.org/drawingml/2006/main">
            <a:r>
              <a:t>场景：无线网络优化Agent仅为贯穿示例，重点项目与用户范围待确认。</a:t>
            </a:r>
            <a:endParaRPr/>
          </a:p>
          <a:p xmlns:a="http://schemas.openxmlformats.org/drawingml/2006/main">
            <a:r>
              <a:t>作业：多模态数据加工为任务执行及轨迹合成提供场景输入；Agent可在沙箱/无线仿真中交互生成轨迹，也可通过模型辅助生成候选轨迹后进行验证。轨迹需保留真实执行/模型合成等来源和验证状态。</a:t>
            </a:r>
            <a:endParaRPr/>
          </a:p>
          <a:p xmlns:a="http://schemas.openxmlformats.org/drawingml/2006/main">
            <a:r>
              <a:t>质量：数据与轨迹质检关注完整性、可执行性及场景覆盖；场景效果评测关注业务目标和约束达成。失败轨迹也可能具有复现与训练价值。独立评测数据应与训练数据按任务与衍生关系隔离。训练动态奖励不等同于发布验收结论。</a:t>
            </a:r>
            <a:endParaRPr/>
          </a:p>
          <a:p xmlns:a="http://schemas.openxmlformats.org/drawingml/2006/main">
            <a:r>
              <a:t>按需使用：加工质检后可直接交付数据/轨迹包；已有Agent可直接评测；需要优化时才进入训练与Skill迭代。</a:t>
            </a:r>
            <a:endParaRPr/>
          </a:p>
          <a:p xmlns:a="http://schemas.openxmlformats.org/drawingml/2006/main">
            <a:r>
              <a:t>能力边界：沙箱和仿真支撑合成、执行及验证；RL框架与集群是支撑层。本版建议补齐场景化基准、版本关联、跨作业产物交接与失败回流机制，不表示这些能力已具备。</a:t>
            </a:r>
            <a:endParaRPr/>
          </a:p>
          <a:p xmlns:a="http://schemas.openxmlformats.org/drawingml/2006/main">
            <a:r>
              <a:t>路标：原始四组路标均标为27Q1，本页保留内容并按交付依赖整理成四阶段，未确认为Q1-Q4。轨迹合成与环境支撑的依赖应在排期时进一步确认。Skill自迭代按评测收益逐步验证，不承诺无约束自进化。</a:t>
            </a:r>
            <a:endParaRPr/>
          </a:p>
          <a:p xmlns:a="http://schemas.openxmlformats.org/drawingml/2006/main">
            <a:r>
              <a:t>指标：接入产品/场景数、按用途验收合格的数据与轨迹供给、数据生产周期和产品迭代周期；计量口径、当前基线、年度目标和资源投入待确认。</a:t>
            </a:r>
            <a:endParaRPr/>
          </a:p>
          <a:p xmlns:a="http://schemas.openxmlformats.org/drawingml/2006/main">
            <a:r>
              <a:t>交付：本PPT为一页，所有文字、图形和连接线可编辑。主题说明：本版选用红、白、深灰制作华为风格配色，未使用华为官方母版或标识。</a:t>
            </a:r>
            <a:endParaRPr/>
          </a:p>
          <a:p xmlns:a="http://schemas.openxmlformats.org/drawingml/2006/main">
            <a:r>
              <a:t>视觉素材来源：Lucide icons，ISC license。</a:t>
            </a:r>
            <a:endParaRPr/>
          </a:p>
          <a:p xmlns:a="http://schemas.openxmlformats.org/drawingml/2006/main">
            <a:r>
              <a:t>https://raw.githubusercontent.com/lucide-icons/lucide/main/icons/radio-tower.svg</a:t>
            </a:r>
            <a:endParaRPr/>
          </a:p>
          <a:p xmlns:a="http://schemas.openxmlformats.org/drawingml/2006/main">
            <a:r>
              <a:t>https://raw.githubusercontent.com/lucide-icons/lucide/main/icons/database.svg</a:t>
            </a:r>
            <a:endParaRPr/>
          </a:p>
          <a:p xmlns:a="http://schemas.openxmlformats.org/drawingml/2006/main">
            <a:r>
              <a:t>https://raw.githubusercontent.com/lucide-icons/lucide/main/icons/shield-check.svg</a:t>
            </a:r>
            <a:endParaRPr/>
          </a:p>
          <a:p xmlns:a="http://schemas.openxmlformats.org/drawingml/2006/main">
            <a:r>
              <a:t>https://raw.githubusercontent.com/lucide-icons/lucide/main/icons/bot.svg</a:t>
            </a:r>
            <a:endParaRPr/>
          </a:p>
          <a:p xmlns:a="http://schemas.openxmlformats.org/drawingml/2006/main">
            <a:r>
              <a:t>https://raw.githubusercontent.com/lucide-icons/lucide/main/icons/clipboard-check.svg</a:t>
            </a:r>
            <a:endParaRPr/>
          </a:p>
          <a:p xmlns:a="http://schemas.openxmlformats.org/drawingml/2006/main">
            <a:r>
              <a:t>https://raw.githubusercontent.com/lucide-icons/lucide/main/icons/package-check.svg</a:t>
            </a:r>
            <a:endParaRPr/>
          </a:p>
          <a:p xmlns:a="http://schemas.openxmlformats.org/drawingml/2006/main">
            <a:r>
              <a:t>https://raw.githubusercontent.com/lucide-icons/lucide/main/icons/layers.svg</a:t>
            </a:r>
            <a:endParaRPr/>
          </a:p>
          <a:p xmlns:a="http://schemas.openxmlformats.org/drawingml/2006/main">
            <a:r>
              <a:t>https://raw.githubusercontent.com/lucide-icons/lucide/main/icons/funnel.svg</a:t>
            </a:r>
            <a:endParaRPr/>
          </a:p>
          <a:p xmlns:a="http://schemas.openxmlformats.org/drawingml/2006/main">
            <a:r>
              <a:t>https://raw.githubusercontent.com/lucide-icons/lucide/main/icons/scan-search.svg</a:t>
            </a:r>
            <a:endParaRPr/>
          </a:p>
          <a:p xmlns:a="http://schemas.openxmlformats.org/drawingml/2006/main">
            <a:r>
              <a:t>https://raw.githubusercontent.com/lucide-icons/lucide/main/icons/network.svg</a:t>
            </a:r>
            <a:endParaRPr/>
          </a:p>
          <a:p xmlns:a="http://schemas.openxmlformats.org/drawingml/2006/main">
            <a:r>
              <a:t>https://raw.githubusercontent.com/lucide-icons/lucide/main/icons/git-branch.svg</a:t>
            </a:r>
            <a:endParaRPr/>
          </a:p>
          <a:p xmlns:a="http://schemas.openxmlformats.org/drawingml/2006/main">
            <a:r>
              <a:t>https://raw.githubusercontent.com/lucide-icons/lucide/main/icons/files.svg</a:t>
            </a:r>
            <a:endParaRPr/>
          </a:p>
          <a:p xmlns:a="http://schemas.openxmlformats.org/drawingml/2006/main">
            <a:r>
              <a:t>https://raw.githubusercontent.com/lucide-icons/lucide/main/icons/file-check.svg</a:t>
            </a:r>
            <a:endParaRPr/>
          </a:p>
          <a:p xmlns:a="http://schemas.openxmlformats.org/drawingml/2006/main">
            <a:r>
              <a:t>https://raw.githubusercontent.com/lucide-icons/lucide/main/icons/rocket.svg</a:t>
            </a:r>
            <a:endParaRPr/>
          </a:p>
          <a:p xmlns:a="http://schemas.openxmlformats.org/drawingml/2006/main">
            <a:r>
              <a:t>https://raw.githubusercontent.com/lucide-icons/lucide/main/icons/workflow.svg</a:t>
            </a:r>
            <a:endParaRPr/>
          </a:p>
          <a:p xmlns:a="http://schemas.openxmlformats.org/drawingml/2006/main">
            <a:r>
              <a:t>消费场景口径：Agentic RL、评测、SFT、CPT、可运营报表为并列消费出口。SFT与CPT以数据准备、供给及外部训练系统对接为平台能力边界。CPT使用适配后的领域多模语料，原始轨迹需经抽取、清洗和格式转换。可运营报表基于资产、作业和运行统计，覆盖质量、用量、效率和成本，与评测报告区分。训练数据与独立评测数据隔离。</a:t>
            </a:r>
            <a:endParaRPr/>
          </a:p>
          <a:p xmlns:a="http://schemas.openxmlformats.org/drawingml/2006/main">
            <a:r>
              <a:t>新增图标来源：Lucide icons，ISC license。</a:t>
            </a:r>
            <a:endParaRPr/>
          </a:p>
          <a:p xmlns:a="http://schemas.openxmlformats.org/drawingml/2006/main">
            <a:r>
              <a:t>https://raw.githubusercontent.com/lucide-icons/lucide/main/icons/messages-square.svg</a:t>
            </a:r>
            <a:endParaRPr/>
          </a:p>
          <a:p xmlns:a="http://schemas.openxmlformats.org/drawingml/2006/main">
            <a:r>
              <a:t>https://raw.githubusercontent.com/lucide-icons/lucide/main/icons/book-open.svg</a:t>
            </a:r>
            <a:endParaRPr/>
          </a:p>
          <a:p xmlns:a="http://schemas.openxmlformats.org/drawingml/2006/main">
            <a:r>
              <a:t>https://raw.githubusercontent.com/lucide-icons/lucide/main/icons/chart-no-axes-combined.svg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88f1d73fb44f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167fc18ba44262" /><Relationship Type="http://schemas.openxmlformats.org/officeDocument/2006/relationships/slideLayout" Target="/ppt/slideLayouts/slideLayout1.xml" Id="Rf33e5bfa44ed48e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3e5bfa44ed48e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Huawei-inspired Red White Gray">
  <a:themeElements>
    <a:clrScheme name="Huawei-inspired Red White Gray">
      <a:dk1>
        <a:srgbClr val="333333"/>
      </a:dk1>
      <a:lt1>
        <a:srgbClr val="FFFFFF"/>
      </a:lt1>
      <a:dk2>
        <a:srgbClr val="262626"/>
      </a:dk2>
      <a:lt2>
        <a:srgbClr val="F5F5F5"/>
      </a:lt2>
      <a:accent1>
        <a:srgbClr val="C7000B"/>
      </a:accent1>
      <a:accent2>
        <a:srgbClr val="666666"/>
      </a:accent2>
      <a:accent3>
        <a:srgbClr val="D9D9D9"/>
      </a:accent3>
      <a:accent4>
        <a:srgbClr val="FCEBEC"/>
      </a:accent4>
      <a:accent5>
        <a:srgbClr val="999999"/>
      </a:accent5>
      <a:accent6>
        <a:srgbClr val="8C0008"/>
      </a:accent6>
      <a:hlink>
        <a:srgbClr val="C7000B"/>
      </a:hlink>
      <a:folHlink>
        <a:srgbClr val="8C0008"/>
      </a:folHlink>
    </a:clrScheme>
    <a:fontScheme name="Microsoft YaHei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Huawei-inspired Red White Gra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c8c634c91440b" /><Relationship Type="http://schemas.openxmlformats.org/officeDocument/2006/relationships/image" Target="/ppt/media/image.png" Id="R982f858a7df14730" /><Relationship Type="http://schemas.openxmlformats.org/officeDocument/2006/relationships/image" Target="/ppt/media/image2.png" Id="R9c162fb2651c417f" /><Relationship Type="http://schemas.openxmlformats.org/officeDocument/2006/relationships/image" Target="/ppt/media/image3.png" Id="Ra810d96ee8be493d" /><Relationship Type="http://schemas.openxmlformats.org/officeDocument/2006/relationships/image" Target="/ppt/media/image4.png" Id="Rf3305d0fca944602" /><Relationship Type="http://schemas.openxmlformats.org/officeDocument/2006/relationships/image" Target="/ppt/media/image5.png" Id="Rbd8acba170e741f9" /><Relationship Type="http://schemas.openxmlformats.org/officeDocument/2006/relationships/image" Target="/ppt/media/image6.png" Id="Rd3254afd8bcc4dca" /><Relationship Type="http://schemas.openxmlformats.org/officeDocument/2006/relationships/image" Target="/ppt/media/image7.png" Id="R96b094d024574688" /><Relationship Type="http://schemas.openxmlformats.org/officeDocument/2006/relationships/image" Target="/ppt/media/image8.png" Id="R8eed594834ad452f" /><Relationship Type="http://schemas.openxmlformats.org/officeDocument/2006/relationships/image" Target="/ppt/media/image9.png" Id="Rde822e7d24a84335" /><Relationship Type="http://schemas.openxmlformats.org/officeDocument/2006/relationships/image" Target="/ppt/media/image10.png" Id="R608269f102184e96" /><Relationship Type="http://schemas.openxmlformats.org/officeDocument/2006/relationships/image" Target="/ppt/media/image11.png" Id="Rb3fe480f81b141ab" /><Relationship Type="http://schemas.openxmlformats.org/officeDocument/2006/relationships/image" Target="/ppt/media/image12.png" Id="Rd8e120e265564cf9" /><Relationship Type="http://schemas.openxmlformats.org/officeDocument/2006/relationships/image" Target="/ppt/media/image13.png" Id="R88036a568a68418f" /><Relationship Type="http://schemas.openxmlformats.org/officeDocument/2006/relationships/image" Target="/ppt/media/image14.png" Id="R44e99ffb03e248e0" /><Relationship Type="http://schemas.openxmlformats.org/officeDocument/2006/relationships/image" Target="/ppt/media/image15.png" Id="R05479131d1ee43ec" /><Relationship Type="http://schemas.openxmlformats.org/officeDocument/2006/relationships/image" Target="/ppt/media/image16.png" Id="Rc1b09fc99a3d4fab" /><Relationship Type="http://schemas.openxmlformats.org/officeDocument/2006/relationships/image" Target="/ppt/media/image17.png" Id="R552f4aebdc2c4c2e" /><Relationship Type="http://schemas.openxmlformats.org/officeDocument/2006/relationships/notesSlide" Target="/ppt/notesSlides/notesSlide1.xml" Id="Rfb0543ddd2b746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9A2353-4B01-4970-B7E7-AB6C6278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>
            <a:solidFill>
              <a:schemeClr val="lt1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F308610-E5ED-4288-9DAC-4B22B8E3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3464"/>
            <a:ext cx="5486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EB7CB4-3C65-4676-81C0-6EA27943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74320"/>
            <a:ext cx="11247120" cy="4725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36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2027 AI数据处理与评测平台业务规划</a:t>
            </a:r>
            <a:endParaRPr sz="2736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A36307-76CA-4A74-9046-86B41CE1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448056"/>
            <a:ext cx="3017520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业务商用支撑 · 讨论稿 V5</a:t>
            </a:r>
            <a:endParaRPr sz="1008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5608960-37ED-4C5F-9CB8-1864462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13898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chemeClr val="accent1"/>
            </a:solidFill>
            <a:prstDash val="solid"/>
            <a:headEnd type="none"/>
            <a:tailEnd type="non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90D6E0A-F281-430E-8787-FAF8CBC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05256"/>
            <a:ext cx="138988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595F7EE-FEC1-40CF-A4E3-893BBAA2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05256"/>
            <a:ext cx="36576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F4CBD55-080F-4B60-8D92-5F10D099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96696"/>
            <a:ext cx="2103120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场景与年度目标</a:t>
            </a:r>
            <a:endParaRPr sz="1008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292E4E1-53EE-4B25-8C6E-BD16E503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1207008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12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面向通信网络 / 无线信道等产业多模态场景</a:t>
            </a:r>
            <a:endParaRPr sz="1512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B4C41D8-DFC7-4353-85A2-5FCEE532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1472184"/>
            <a:ext cx="7132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贯穿示例：无线网络优化Agent的开发与验证</a:t>
            </a:r>
            <a:endParaRPr sz="1008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B54F97E-68E4-440E-9E7E-EE40AB2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088136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144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DD952E-6C23-45C1-AEE1-9F1041D8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106424"/>
            <a:ext cx="5029200" cy="261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12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贯通数据加工、轨迹合成与场景评测</a:t>
            </a:r>
            <a:endParaRPr sz="1512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88F4368-A5F0-42D0-8EE1-79CE1F3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417320"/>
            <a:ext cx="5029200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优质数据供给  ·  数据关联复用  ·  产品迭代提效</a:t>
            </a:r>
            <a:endParaRPr sz="1152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7CCF642-CB34-4E29-A5B1-D175E3F7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828800"/>
            <a:ext cx="13898880" cy="35661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87A44F6-B919-45EC-98EF-6FC4C6FE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911096"/>
            <a:ext cx="841248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任务牵引</a:t>
            </a:r>
            <a:endParaRPr sz="1152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6F89851-C280-44D0-B437-2BABF4D5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911096"/>
            <a:ext cx="6583680" cy="21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任务目标 · 场景输入 · 环境约束 · 验收规则</a:t>
            </a:r>
            <a:endParaRPr sz="1224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D030C4A-3F28-4396-8451-C34A118E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20240"/>
            <a:ext cx="5779008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2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按需使用：数据供给 / 训练与评测 / 运营分析</a:t>
            </a:r>
            <a:endParaRPr sz="1152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33B0F54-15BC-4FD6-97AB-35C29516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95144"/>
            <a:ext cx="4389120" cy="261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12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场景作业与能力全景</a:t>
            </a:r>
            <a:endParaRPr sz="1512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D01BAB4-7367-4EA8-A3F3-EF684B4A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340864"/>
            <a:ext cx="4754880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8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数据按用途分流，评测与运行反馈持续改进</a:t>
            </a:r>
            <a:endParaRPr sz="1080"/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26613BE8-E855-4352-9D5A-F910D8E7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550408"/>
            <a:ext cx="1389888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A1324EAF-3D96-4BB4-AB7A-BE00478A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32704"/>
            <a:ext cx="117043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统一资产底座</a:t>
            </a:r>
            <a:endParaRPr sz="1224"/>
          </a:p>
        </p:txBody>
      </p:sp>
      <p:sp>
        <p:nvSpPr>
          <p:cNvPr id="102" name="Text 100">
            <a:extLst xmlns:a="http://schemas.openxmlformats.org/drawingml/2006/main">
              <a:ext uri="{FF2B5EF4-FFF2-40B4-BE49-F238E27FC236}">
                <a16:creationId xmlns:a16="http://schemas.microsoft.com/office/drawing/2014/main" id="{7E2899F7-28B8-4890-A45A-4B812A2F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5641848"/>
            <a:ext cx="12115800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关联数据、轨迹（消息 / 工具调用 / 子Agent / 分叉重试）、环境、规则、版本、评测结果与作业统计</a:t>
            </a:r>
            <a:endParaRPr sz="1152"/>
          </a:p>
        </p:txBody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57448639-88AE-4FE8-A3DA-F3E02192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961888"/>
            <a:ext cx="1389888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104" name="Text 102">
            <a:extLst xmlns:a="http://schemas.openxmlformats.org/drawingml/2006/main">
              <a:ext uri="{FF2B5EF4-FFF2-40B4-BE49-F238E27FC236}">
                <a16:creationId xmlns:a16="http://schemas.microsoft.com/office/drawing/2014/main" id="{467CBB28-BB7B-43FB-9A41-88C9CF11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044184"/>
            <a:ext cx="120700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lvl1pPr>
              <a:buNone/>
              <a:defRPr sz="1152" b="1">
                <a:solidFill>
                  <a:srgbClr val="262626"/>
                </a:solidFill>
              </a:defRPr>
            </a:lvl1pPr>
            <a:lvl2pPr>
              <a:buNone/>
              <a:defRPr sz="1152" b="1">
                <a:solidFill>
                  <a:srgbClr val="262626"/>
                </a:solidFill>
              </a:defRPr>
            </a:lvl2pPr>
            <a:lvl3pPr>
              <a:buNone/>
              <a:defRPr sz="1152" b="1">
                <a:solidFill>
                  <a:srgbClr val="262626"/>
                </a:solidFill>
              </a:defRPr>
            </a:lvl3pPr>
            <a:lvl4pPr>
              <a:buNone/>
              <a:defRPr sz="1152" b="1">
                <a:solidFill>
                  <a:srgbClr val="262626"/>
                </a:solidFill>
              </a:defRPr>
            </a:lvl4pPr>
            <a:lvl5pPr>
              <a:buNone/>
              <a:defRPr sz="1152" b="1">
                <a:solidFill>
                  <a:srgbClr val="262626"/>
                </a:solidFill>
              </a:defRPr>
            </a:lvl5pPr>
            <a:lvl6pPr>
              <a:buNone/>
              <a:defRPr sz="1152" b="1">
                <a:solidFill>
                  <a:srgbClr val="262626"/>
                </a:solidFill>
              </a:defRPr>
            </a:lvl6pPr>
            <a:lvl7pPr>
              <a:buNone/>
              <a:defRPr sz="1152" b="1">
                <a:solidFill>
                  <a:srgbClr val="262626"/>
                </a:solidFill>
              </a:defRPr>
            </a:lvl7pPr>
            <a:lvl8pPr>
              <a:buNone/>
              <a:defRPr sz="1152" b="1">
                <a:solidFill>
                  <a:srgbClr val="262626"/>
                </a:solidFill>
              </a:defRPr>
            </a:lvl8pPr>
            <a:lvl9pPr>
              <a:buNone/>
              <a:defRPr sz="1152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marL="0" indent="0" algn="l">
              <a:buNone/>
              <a:defRPr sz="1152" b="1">
                <a:solidFill>
                  <a:srgbClr val="262626"/>
                </a:solidFill>
              </a:defRPr>
            </a:pPr>
            <a:r>
              <a:rPr sz="1152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执行与运行保障</a:t>
            </a:r>
            <a:endParaRPr sz="1224"/>
          </a:p>
        </p:txBody>
      </p:sp>
      <p:sp>
        <p:nvSpPr>
          <p:cNvPr id="105" name="Text 103">
            <a:extLst xmlns:a="http://schemas.openxmlformats.org/drawingml/2006/main">
              <a:ext uri="{FF2B5EF4-FFF2-40B4-BE49-F238E27FC236}">
                <a16:creationId xmlns:a16="http://schemas.microsoft.com/office/drawing/2014/main" id="{27FC5D5F-D371-4D6E-BEC4-87E53F95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6053328"/>
            <a:ext cx="12115800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沙箱 / 无线仿真贯穿合成、运行与验证  |  作业编排 · 性能采集 · 故障定位恢复 · 高可用</a:t>
            </a:r>
            <a:endParaRPr sz="1152"/>
          </a:p>
        </p:txBody>
      </p:sp>
      <p:sp>
        <p:nvSpPr>
          <p:cNvPr id="106" name="Text 104">
            <a:extLst xmlns:a="http://schemas.openxmlformats.org/drawingml/2006/main">
              <a:ext uri="{FF2B5EF4-FFF2-40B4-BE49-F238E27FC236}">
                <a16:creationId xmlns:a16="http://schemas.microsoft.com/office/drawing/2014/main" id="{5172D0B7-5C24-4239-BBDD-EF0591AB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64808"/>
            <a:ext cx="2194560" cy="24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  <a:endParaRPr sz="1440"/>
          </a:p>
        </p:txBody>
      </p:sp>
      <p:sp>
        <p:nvSpPr>
          <p:cNvPr id="107" name="Text 105">
            <a:extLst xmlns:a="http://schemas.openxmlformats.org/drawingml/2006/main">
              <a:ext uri="{FF2B5EF4-FFF2-40B4-BE49-F238E27FC236}">
                <a16:creationId xmlns:a16="http://schemas.microsoft.com/office/drawing/2014/main" id="{F8053F9A-5B2F-43F2-84D3-37D5173A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6519672"/>
            <a:ext cx="2468880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按交付结果递进，季度待核</a:t>
            </a:r>
            <a:endParaRPr sz="1008"/>
          </a:p>
        </p:txBody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9317B74B-33CC-4FB5-8A64-C39B0A30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775704"/>
            <a:ext cx="3255264" cy="7955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99EFE1CB-4502-4165-AA4F-84926CAD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775704"/>
            <a:ext cx="3255264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10" name="Text 108">
            <a:extLst xmlns:a="http://schemas.openxmlformats.org/drawingml/2006/main">
              <a:ext uri="{FF2B5EF4-FFF2-40B4-BE49-F238E27FC236}">
                <a16:creationId xmlns:a16="http://schemas.microsoft.com/office/drawing/2014/main" id="{8DA0A810-C7B8-4A97-B3F6-80784D8F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0"/>
            <a:ext cx="55778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阶段一</a:t>
            </a:r>
            <a:endParaRPr sz="1008"/>
          </a:p>
        </p:txBody>
      </p:sp>
      <p:sp>
        <p:nvSpPr>
          <p:cNvPr id="111" name="Text 109">
            <a:extLst xmlns:a="http://schemas.openxmlformats.org/drawingml/2006/main">
              <a:ext uri="{FF2B5EF4-FFF2-40B4-BE49-F238E27FC236}">
                <a16:creationId xmlns:a16="http://schemas.microsoft.com/office/drawing/2014/main" id="{228B529B-5E9D-4169-8DFF-7B495DB5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21424"/>
            <a:ext cx="2340864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基础服务可用</a:t>
            </a:r>
            <a:endParaRPr sz="1368"/>
          </a:p>
        </p:txBody>
      </p:sp>
      <p:sp>
        <p:nvSpPr>
          <p:cNvPr id="112" name="Text 110">
            <a:extLst xmlns:a="http://schemas.openxmlformats.org/drawingml/2006/main">
              <a:ext uri="{FF2B5EF4-FFF2-40B4-BE49-F238E27FC236}">
                <a16:creationId xmlns:a16="http://schemas.microsoft.com/office/drawing/2014/main" id="{4C878FF0-4612-4DB0-83F1-0E994086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0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加工 / 轨迹合成治理 / 评测集生成</a:t>
            </a:r>
            <a:endParaRPr sz="1080"/>
          </a:p>
        </p:txBody>
      </p:sp>
      <p:sp>
        <p:nvSpPr>
          <p:cNvPr id="113" name="Text 111">
            <a:extLst xmlns:a="http://schemas.openxmlformats.org/drawingml/2006/main">
              <a:ext uri="{FF2B5EF4-FFF2-40B4-BE49-F238E27FC236}">
                <a16:creationId xmlns:a16="http://schemas.microsoft.com/office/drawing/2014/main" id="{B715F430-31C6-4EAE-9148-A83938B3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342632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RL框架适配</a:t>
            </a:r>
            <a:endParaRPr sz="1080"/>
          </a:p>
        </p:txBody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BCFA4ED3-B52A-4F6F-B99C-D84D4E20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6775704"/>
            <a:ext cx="3255264" cy="7955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1236E83E-8A69-431C-A32B-9445FC32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6775704"/>
            <a:ext cx="3255264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16" name="Text 114">
            <a:extLst xmlns:a="http://schemas.openxmlformats.org/drawingml/2006/main">
              <a:ext uri="{FF2B5EF4-FFF2-40B4-BE49-F238E27FC236}">
                <a16:creationId xmlns:a16="http://schemas.microsoft.com/office/drawing/2014/main" id="{7ACF7E6C-C683-47BE-A3DC-3D6495EA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6858000"/>
            <a:ext cx="55778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阶段二</a:t>
            </a:r>
            <a:endParaRPr sz="1008"/>
          </a:p>
        </p:txBody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DF744B82-A44E-40B6-841B-2668DE03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6821424"/>
            <a:ext cx="2340864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重点场景贯通</a:t>
            </a:r>
            <a:endParaRPr sz="1368"/>
          </a:p>
        </p:txBody>
      </p:sp>
      <p:sp>
        <p:nvSpPr>
          <p:cNvPr id="118" name="Text 116">
            <a:extLst xmlns:a="http://schemas.openxmlformats.org/drawingml/2006/main">
              <a:ext uri="{FF2B5EF4-FFF2-40B4-BE49-F238E27FC236}">
                <a16:creationId xmlns:a16="http://schemas.microsoft.com/office/drawing/2014/main" id="{EA66AFA0-6837-44DA-9584-AF32015C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7132320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沙箱 / 无线仿真 / RL过程可视</a:t>
            </a:r>
            <a:endParaRPr sz="1080"/>
          </a:p>
        </p:txBody>
      </p:sp>
      <p:sp>
        <p:nvSpPr>
          <p:cNvPr id="119" name="Text 117">
            <a:extLst xmlns:a="http://schemas.openxmlformats.org/drawingml/2006/main">
              <a:ext uri="{FF2B5EF4-FFF2-40B4-BE49-F238E27FC236}">
                <a16:creationId xmlns:a16="http://schemas.microsoft.com/office/drawing/2014/main" id="{CCCD3A29-ACE0-4C50-80AE-07E92FBA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7342632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智能体评测 / Skill迭代</a:t>
            </a:r>
            <a:endParaRPr sz="1080"/>
          </a:p>
        </p:txBody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85F10AA8-26F7-4BC4-AF55-1685EFE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6775704"/>
            <a:ext cx="3255264" cy="7955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27F98D52-E0F0-4746-B2EB-05C08D0E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6775704"/>
            <a:ext cx="3255264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22" name="Text 120">
            <a:extLst xmlns:a="http://schemas.openxmlformats.org/drawingml/2006/main">
              <a:ext uri="{FF2B5EF4-FFF2-40B4-BE49-F238E27FC236}">
                <a16:creationId xmlns:a16="http://schemas.microsoft.com/office/drawing/2014/main" id="{5D3EC587-9BC6-4E81-A15B-FF1BB334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6858000"/>
            <a:ext cx="55778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阶段三</a:t>
            </a:r>
            <a:endParaRPr sz="1008"/>
          </a:p>
        </p:txBody>
      </p:sp>
      <p:sp>
        <p:nvSpPr>
          <p:cNvPr id="123" name="Text 121">
            <a:extLst xmlns:a="http://schemas.openxmlformats.org/drawingml/2006/main">
              <a:ext uri="{FF2B5EF4-FFF2-40B4-BE49-F238E27FC236}">
                <a16:creationId xmlns:a16="http://schemas.microsoft.com/office/drawing/2014/main" id="{0CBD4362-9386-4867-8855-2832CA8E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6821424"/>
            <a:ext cx="2340864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稳定交付</a:t>
            </a:r>
            <a:endParaRPr sz="1368"/>
          </a:p>
        </p:txBody>
      </p:sp>
      <p:sp>
        <p:nvSpPr>
          <p:cNvPr id="124" name="Text 122">
            <a:extLst xmlns:a="http://schemas.openxmlformats.org/drawingml/2006/main">
              <a:ext uri="{FF2B5EF4-FFF2-40B4-BE49-F238E27FC236}">
                <a16:creationId xmlns:a16="http://schemas.microsoft.com/office/drawing/2014/main" id="{4AB341A6-B376-4FC7-A763-0DB91F1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7132320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动态奖励 / 性能诊断恢复 / 高可用</a:t>
            </a:r>
            <a:endParaRPr sz="1080"/>
          </a:p>
        </p:txBody>
      </p:sp>
      <p:sp>
        <p:nvSpPr>
          <p:cNvPr id="125" name="Text 123">
            <a:extLst xmlns:a="http://schemas.openxmlformats.org/drawingml/2006/main">
              <a:ext uri="{FF2B5EF4-FFF2-40B4-BE49-F238E27FC236}">
                <a16:creationId xmlns:a16="http://schemas.microsoft.com/office/drawing/2014/main" id="{E520E157-B982-496D-ABA8-7217827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7342632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智能体集成发布</a:t>
            </a:r>
            <a:endParaRPr sz="1080"/>
          </a:p>
        </p:txBody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90B217B9-909F-4CD8-80D9-F433114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6775704"/>
            <a:ext cx="3255264" cy="7955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E43EF3FE-7194-4C68-9E59-06BDAB0D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6775704"/>
            <a:ext cx="3255264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28" name="Text 126">
            <a:extLst xmlns:a="http://schemas.openxmlformats.org/drawingml/2006/main">
              <a:ext uri="{FF2B5EF4-FFF2-40B4-BE49-F238E27FC236}">
                <a16:creationId xmlns:a16="http://schemas.microsoft.com/office/drawing/2014/main" id="{3B0F3AA8-7DD2-42C9-A0D0-44FCF4E2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536" y="6858000"/>
            <a:ext cx="55778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阶段四</a:t>
            </a:r>
            <a:endParaRPr sz="1008"/>
          </a:p>
        </p:txBody>
      </p:sp>
      <p:sp>
        <p:nvSpPr>
          <p:cNvPr id="129" name="Text 127">
            <a:extLst xmlns:a="http://schemas.openxmlformats.org/drawingml/2006/main">
              <a:ext uri="{FF2B5EF4-FFF2-40B4-BE49-F238E27FC236}">
                <a16:creationId xmlns:a16="http://schemas.microsoft.com/office/drawing/2014/main" id="{5862B080-46E3-45A1-89E9-8B09697E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821424"/>
            <a:ext cx="2340864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全流程自动化</a:t>
            </a:r>
            <a:endParaRPr sz="1368"/>
          </a:p>
        </p:txBody>
      </p:sp>
      <p:sp>
        <p:nvSpPr>
          <p:cNvPr id="130" name="Text 128">
            <a:extLst xmlns:a="http://schemas.openxmlformats.org/drawingml/2006/main">
              <a:ext uri="{FF2B5EF4-FFF2-40B4-BE49-F238E27FC236}">
                <a16:creationId xmlns:a16="http://schemas.microsoft.com/office/drawing/2014/main" id="{11D0479B-D258-492C-AA4D-7746A356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536" y="7132320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贯通数据、运行、评测与发布</a:t>
            </a:r>
            <a:endParaRPr sz="1080"/>
          </a:p>
        </p:txBody>
      </p:sp>
      <p:sp>
        <p:nvSpPr>
          <p:cNvPr id="131" name="Text 129">
            <a:extLst xmlns:a="http://schemas.openxmlformats.org/drawingml/2006/main">
              <a:ext uri="{FF2B5EF4-FFF2-40B4-BE49-F238E27FC236}">
                <a16:creationId xmlns:a16="http://schemas.microsoft.com/office/drawing/2014/main" id="{12449CCF-DF7D-40C3-BA29-57358C40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536" y="7342632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覆盖Agentic RL端到端流水线</a:t>
            </a:r>
            <a:endParaRPr sz="1080"/>
          </a:p>
        </p:txBody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60542F25-D0A6-4667-AA1B-1C0687DF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680960"/>
            <a:ext cx="1389888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820A22F6-C74F-4293-8719-0B5AAE01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680960"/>
            <a:ext cx="138988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34" name="Text 132">
            <a:extLst xmlns:a="http://schemas.openxmlformats.org/drawingml/2006/main">
              <a:ext uri="{FF2B5EF4-FFF2-40B4-BE49-F238E27FC236}">
                <a16:creationId xmlns:a16="http://schemas.microsoft.com/office/drawing/2014/main" id="{38282486-A9D9-4879-B9E9-B8306BCB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54112"/>
            <a:ext cx="932688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商用成效</a:t>
            </a:r>
            <a:endParaRPr sz="1152"/>
          </a:p>
        </p:txBody>
      </p:sp>
      <p:sp>
        <p:nvSpPr>
          <p:cNvPr id="135" name="Text 133">
            <a:extLst xmlns:a="http://schemas.openxmlformats.org/drawingml/2006/main">
              <a:ext uri="{FF2B5EF4-FFF2-40B4-BE49-F238E27FC236}">
                <a16:creationId xmlns:a16="http://schemas.microsoft.com/office/drawing/2014/main" id="{93E5B1B8-F9F5-43F5-8088-75C6E33B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7763256"/>
            <a:ext cx="10149840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接入产品 / 场景数   |   合格数据与轨迹供给   |   数据生产周期   |   产品迭代周期</a:t>
            </a:r>
            <a:endParaRPr sz="1152"/>
          </a:p>
        </p:txBody>
      </p:sp>
      <p:sp>
        <p:nvSpPr>
          <p:cNvPr id="136" name="Text 134">
            <a:extLst xmlns:a="http://schemas.openxmlformats.org/drawingml/2006/main">
              <a:ext uri="{FF2B5EF4-FFF2-40B4-BE49-F238E27FC236}">
                <a16:creationId xmlns:a16="http://schemas.microsoft.com/office/drawing/2014/main" id="{1DC7C3D7-76C7-4795-8D8E-A4EA79E4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0" y="7772400"/>
            <a:ext cx="1920240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目标值待基线确认</a:t>
            </a:r>
            <a:endParaRPr sz="1008"/>
          </a:p>
        </p:txBody>
      </p:sp>
      <p:sp>
        <p:nvSpPr>
          <p:cNvPr id="137" name="Text 135">
            <a:extLst xmlns:a="http://schemas.openxmlformats.org/drawingml/2006/main">
              <a:ext uri="{FF2B5EF4-FFF2-40B4-BE49-F238E27FC236}">
                <a16:creationId xmlns:a16="http://schemas.microsoft.com/office/drawing/2014/main" id="{FE77ECFA-B264-453D-8F4B-DB00A386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055864"/>
            <a:ext cx="13853160" cy="149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4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注：场景为说明示例；场景化基准、版本关联、产物交接与失败回流为本版建议补齐项。</a:t>
            </a:r>
            <a:endParaRPr sz="864"/>
          </a:p>
        </p:txBody>
      </p:sp>
      <p:pic>
        <p:nvPicPr>
          <p:cNvPr id="3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f858a7df14730"/>
          <a:stretch xmlns:a="http://schemas.openxmlformats.org/drawingml/2006/main"/>
        </p:blipFill>
        <p:spPr>
          <a:xfrm xmlns:a="http://schemas.openxmlformats.org/drawingml/2006/main">
            <a:off x="548640" y="1179576"/>
            <a:ext cx="438912" cy="438912"/>
          </a:xfrm>
          <a:prstGeom xmlns:a="http://schemas.openxmlformats.org/drawingml/2006/main" prst="rect">
            <a:avLst/>
          </a:prstGeom>
        </p:spPr>
      </p:pic>
      <p:pic>
        <p:nvPicPr>
          <p:cNvPr id="3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62fb2651c417f"/>
          <a:stretch xmlns:a="http://schemas.openxmlformats.org/drawingml/2006/main"/>
        </p:blipFill>
        <p:spPr>
          <a:xfrm xmlns:a="http://schemas.openxmlformats.org/drawingml/2006/main">
            <a:off x="429768" y="5605272"/>
            <a:ext cx="219456" cy="219456"/>
          </a:xfrm>
          <a:prstGeom xmlns:a="http://schemas.openxmlformats.org/drawingml/2006/main" prst="rect">
            <a:avLst/>
          </a:prstGeom>
        </p:spPr>
      </p:pic>
      <p:pic>
        <p:nvPicPr>
          <p:cNvPr id="3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0d96ee8be493d"/>
          <a:stretch xmlns:a="http://schemas.openxmlformats.org/drawingml/2006/main"/>
        </p:blipFill>
        <p:spPr>
          <a:xfrm xmlns:a="http://schemas.openxmlformats.org/drawingml/2006/main">
            <a:off x="429768" y="6016752"/>
            <a:ext cx="219456" cy="219456"/>
          </a:xfrm>
          <a:prstGeom xmlns:a="http://schemas.openxmlformats.org/drawingml/2006/main" prst="rect">
            <a:avLst/>
          </a:prstGeom>
        </p:spPr>
      </p:pic>
      <p:pic>
        <p:nvPicPr>
          <p:cNvPr id="3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05d0fca944602"/>
          <a:stretch xmlns:a="http://schemas.openxmlformats.org/drawingml/2006/main"/>
        </p:blipFill>
        <p:spPr>
          <a:xfrm xmlns:a="http://schemas.openxmlformats.org/drawingml/2006/main">
            <a:off x="365760" y="28254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72" name="数据生产">
            <a:extLst xmlns:a="http://schemas.openxmlformats.org/drawingml/2006/main">
              <a:ext uri="{FF2B5EF4-FFF2-40B4-BE49-F238E27FC236}">
                <a16:creationId xmlns:a16="http://schemas.microsoft.com/office/drawing/2014/main" id="{480F553B-398D-4392-950E-1F6CC359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843784"/>
            <a:ext cx="2441448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584" b="1">
                <a:solidFill>
                  <a:srgbClr val="262626"/>
                </a:solidFill>
              </a:defRPr>
            </a:lvl1pPr>
            <a:lvl2pPr algn="l">
              <a:buNone/>
              <a:defRPr sz="1584" b="1">
                <a:solidFill>
                  <a:srgbClr val="262626"/>
                </a:solidFill>
              </a:defRPr>
            </a:lvl2pPr>
            <a:lvl3pPr algn="l">
              <a:buNone/>
              <a:defRPr sz="1584" b="1">
                <a:solidFill>
                  <a:srgbClr val="262626"/>
                </a:solidFill>
              </a:defRPr>
            </a:lvl3pPr>
            <a:lvl4pPr algn="l">
              <a:buNone/>
              <a:defRPr sz="1584" b="1">
                <a:solidFill>
                  <a:srgbClr val="262626"/>
                </a:solidFill>
              </a:defRPr>
            </a:lvl4pPr>
            <a:lvl5pPr algn="l">
              <a:buNone/>
              <a:defRPr sz="1584" b="1">
                <a:solidFill>
                  <a:srgbClr val="262626"/>
                </a:solidFill>
              </a:defRPr>
            </a:lvl5pPr>
            <a:lvl6pPr algn="l">
              <a:buNone/>
              <a:defRPr sz="1584" b="1">
                <a:solidFill>
                  <a:srgbClr val="262626"/>
                </a:solidFill>
              </a:defRPr>
            </a:lvl6pPr>
            <a:lvl7pPr algn="l">
              <a:buNone/>
              <a:defRPr sz="1584" b="1">
                <a:solidFill>
                  <a:srgbClr val="262626"/>
                </a:solidFill>
              </a:defRPr>
            </a:lvl7pPr>
            <a:lvl8pPr algn="l">
              <a:buNone/>
              <a:defRPr sz="1584" b="1">
                <a:solidFill>
                  <a:srgbClr val="262626"/>
                </a:solidFill>
              </a:defRPr>
            </a:lvl8pPr>
            <a:lvl9pPr algn="l">
              <a:buNone/>
              <a:defRPr sz="1584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584" b="1">
                <a:solidFill>
                  <a:srgbClr val="262626"/>
                </a:solidFill>
              </a:defRPr>
            </a:pPr>
            <a:r>
              <a:rPr sz="1584" b="1">
                <a:solidFill>
                  <a:srgbClr val="262626"/>
                </a:solidFill>
              </a:rPr>
              <a:t>数据生产</a:t>
            </a:r>
          </a:p>
        </p:txBody>
      </p:sp>
      <p:pic>
        <p:nvPicPr>
          <p:cNvPr id="3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acba170e741f9"/>
          <a:stretch xmlns:a="http://schemas.openxmlformats.org/drawingml/2006/main"/>
        </p:blipFill>
        <p:spPr>
          <a:xfrm xmlns:a="http://schemas.openxmlformats.org/drawingml/2006/main">
            <a:off x="3611880" y="28254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74" name="质量筛选">
            <a:extLst xmlns:a="http://schemas.openxmlformats.org/drawingml/2006/main">
              <a:ext uri="{FF2B5EF4-FFF2-40B4-BE49-F238E27FC236}">
                <a16:creationId xmlns:a16="http://schemas.microsoft.com/office/drawing/2014/main" id="{9454829F-8B0E-4B6C-BE3B-C6F57CEF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2843784"/>
            <a:ext cx="1481328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584" b="1">
                <a:solidFill>
                  <a:srgbClr val="262626"/>
                </a:solidFill>
              </a:defRPr>
            </a:lvl1pPr>
            <a:lvl2pPr algn="l">
              <a:buNone/>
              <a:defRPr sz="1584" b="1">
                <a:solidFill>
                  <a:srgbClr val="262626"/>
                </a:solidFill>
              </a:defRPr>
            </a:lvl2pPr>
            <a:lvl3pPr algn="l">
              <a:buNone/>
              <a:defRPr sz="1584" b="1">
                <a:solidFill>
                  <a:srgbClr val="262626"/>
                </a:solidFill>
              </a:defRPr>
            </a:lvl3pPr>
            <a:lvl4pPr algn="l">
              <a:buNone/>
              <a:defRPr sz="1584" b="1">
                <a:solidFill>
                  <a:srgbClr val="262626"/>
                </a:solidFill>
              </a:defRPr>
            </a:lvl4pPr>
            <a:lvl5pPr algn="l">
              <a:buNone/>
              <a:defRPr sz="1584" b="1">
                <a:solidFill>
                  <a:srgbClr val="262626"/>
                </a:solidFill>
              </a:defRPr>
            </a:lvl5pPr>
            <a:lvl6pPr algn="l">
              <a:buNone/>
              <a:defRPr sz="1584" b="1">
                <a:solidFill>
                  <a:srgbClr val="262626"/>
                </a:solidFill>
              </a:defRPr>
            </a:lvl6pPr>
            <a:lvl7pPr algn="l">
              <a:buNone/>
              <a:defRPr sz="1584" b="1">
                <a:solidFill>
                  <a:srgbClr val="262626"/>
                </a:solidFill>
              </a:defRPr>
            </a:lvl7pPr>
            <a:lvl8pPr algn="l">
              <a:buNone/>
              <a:defRPr sz="1584" b="1">
                <a:solidFill>
                  <a:srgbClr val="262626"/>
                </a:solidFill>
              </a:defRPr>
            </a:lvl8pPr>
            <a:lvl9pPr algn="l">
              <a:buNone/>
              <a:defRPr sz="1584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584" b="1">
                <a:solidFill>
                  <a:srgbClr val="262626"/>
                </a:solidFill>
              </a:defRPr>
            </a:pPr>
            <a:r>
              <a:rPr sz="1584" b="1">
                <a:solidFill>
                  <a:srgbClr val="262626"/>
                </a:solidFill>
              </a:rPr>
              <a:t>质量筛选</a:t>
            </a:r>
          </a:p>
        </p:txBody>
      </p:sp>
      <p:pic>
        <p:nvPicPr>
          <p:cNvPr id="3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54afd8bcc4dca"/>
          <a:stretch xmlns:a="http://schemas.openxmlformats.org/drawingml/2006/main"/>
        </p:blipFill>
        <p:spPr>
          <a:xfrm xmlns:a="http://schemas.openxmlformats.org/drawingml/2006/main">
            <a:off x="6080760" y="28254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76" name="典型消费场景">
            <a:extLst xmlns:a="http://schemas.openxmlformats.org/drawingml/2006/main">
              <a:ext uri="{FF2B5EF4-FFF2-40B4-BE49-F238E27FC236}">
                <a16:creationId xmlns:a16="http://schemas.microsoft.com/office/drawing/2014/main" id="{874EF7B9-B0BE-48E3-AF9E-B4F368AA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843784"/>
            <a:ext cx="2944368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584" b="1">
                <a:solidFill>
                  <a:srgbClr val="262626"/>
                </a:solidFill>
              </a:defRPr>
            </a:lvl1pPr>
            <a:lvl2pPr algn="l">
              <a:buNone/>
              <a:defRPr sz="1584" b="1">
                <a:solidFill>
                  <a:srgbClr val="262626"/>
                </a:solidFill>
              </a:defRPr>
            </a:lvl2pPr>
            <a:lvl3pPr algn="l">
              <a:buNone/>
              <a:defRPr sz="1584" b="1">
                <a:solidFill>
                  <a:srgbClr val="262626"/>
                </a:solidFill>
              </a:defRPr>
            </a:lvl3pPr>
            <a:lvl4pPr algn="l">
              <a:buNone/>
              <a:defRPr sz="1584" b="1">
                <a:solidFill>
                  <a:srgbClr val="262626"/>
                </a:solidFill>
              </a:defRPr>
            </a:lvl4pPr>
            <a:lvl5pPr algn="l">
              <a:buNone/>
              <a:defRPr sz="1584" b="1">
                <a:solidFill>
                  <a:srgbClr val="262626"/>
                </a:solidFill>
              </a:defRPr>
            </a:lvl5pPr>
            <a:lvl6pPr algn="l">
              <a:buNone/>
              <a:defRPr sz="1584" b="1">
                <a:solidFill>
                  <a:srgbClr val="262626"/>
                </a:solidFill>
              </a:defRPr>
            </a:lvl6pPr>
            <a:lvl7pPr algn="l">
              <a:buNone/>
              <a:defRPr sz="1584" b="1">
                <a:solidFill>
                  <a:srgbClr val="262626"/>
                </a:solidFill>
              </a:defRPr>
            </a:lvl7pPr>
            <a:lvl8pPr algn="l">
              <a:buNone/>
              <a:defRPr sz="1584" b="1">
                <a:solidFill>
                  <a:srgbClr val="262626"/>
                </a:solidFill>
              </a:defRPr>
            </a:lvl8pPr>
            <a:lvl9pPr algn="l">
              <a:buNone/>
              <a:defRPr sz="1584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584" b="1">
                <a:solidFill>
                  <a:srgbClr val="262626"/>
                </a:solidFill>
              </a:defRPr>
            </a:pPr>
            <a:r>
              <a:rPr sz="1584" b="1">
                <a:solidFill>
                  <a:srgbClr val="262626"/>
                </a:solidFill>
              </a:rPr>
              <a:t>典型消费场景</a:t>
            </a:r>
          </a:p>
        </p:txBody>
      </p:sp>
      <p:pic>
        <p:nvPicPr>
          <p:cNvPr id="3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094d024574688"/>
          <a:stretch xmlns:a="http://schemas.openxmlformats.org/drawingml/2006/main"/>
        </p:blipFill>
        <p:spPr>
          <a:xfrm xmlns:a="http://schemas.openxmlformats.org/drawingml/2006/main">
            <a:off x="11704320" y="28254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78" name="供给与交付">
            <a:extLst xmlns:a="http://schemas.openxmlformats.org/drawingml/2006/main">
              <a:ext uri="{FF2B5EF4-FFF2-40B4-BE49-F238E27FC236}">
                <a16:creationId xmlns:a16="http://schemas.microsoft.com/office/drawing/2014/main" id="{79D0E571-C7F2-4266-BF76-FC6E1AC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512" y="2843784"/>
            <a:ext cx="2167128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584" b="1">
                <a:solidFill>
                  <a:srgbClr val="262626"/>
                </a:solidFill>
              </a:defRPr>
            </a:lvl1pPr>
            <a:lvl2pPr algn="l">
              <a:buNone/>
              <a:defRPr sz="1584" b="1">
                <a:solidFill>
                  <a:srgbClr val="262626"/>
                </a:solidFill>
              </a:defRPr>
            </a:lvl2pPr>
            <a:lvl3pPr algn="l">
              <a:buNone/>
              <a:defRPr sz="1584" b="1">
                <a:solidFill>
                  <a:srgbClr val="262626"/>
                </a:solidFill>
              </a:defRPr>
            </a:lvl3pPr>
            <a:lvl4pPr algn="l">
              <a:buNone/>
              <a:defRPr sz="1584" b="1">
                <a:solidFill>
                  <a:srgbClr val="262626"/>
                </a:solidFill>
              </a:defRPr>
            </a:lvl4pPr>
            <a:lvl5pPr algn="l">
              <a:buNone/>
              <a:defRPr sz="1584" b="1">
                <a:solidFill>
                  <a:srgbClr val="262626"/>
                </a:solidFill>
              </a:defRPr>
            </a:lvl5pPr>
            <a:lvl6pPr algn="l">
              <a:buNone/>
              <a:defRPr sz="1584" b="1">
                <a:solidFill>
                  <a:srgbClr val="262626"/>
                </a:solidFill>
              </a:defRPr>
            </a:lvl6pPr>
            <a:lvl7pPr algn="l">
              <a:buNone/>
              <a:defRPr sz="1584" b="1">
                <a:solidFill>
                  <a:srgbClr val="262626"/>
                </a:solidFill>
              </a:defRPr>
            </a:lvl7pPr>
            <a:lvl8pPr algn="l">
              <a:buNone/>
              <a:defRPr sz="1584" b="1">
                <a:solidFill>
                  <a:srgbClr val="262626"/>
                </a:solidFill>
              </a:defRPr>
            </a:lvl8pPr>
            <a:lvl9pPr algn="l">
              <a:buNone/>
              <a:defRPr sz="1584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584" b="1">
                <a:solidFill>
                  <a:srgbClr val="262626"/>
                </a:solidFill>
              </a:defRPr>
            </a:pPr>
            <a:r>
              <a:rPr sz="1584" b="1">
                <a:solidFill>
                  <a:srgbClr val="262626"/>
                </a:solidFill>
              </a:rPr>
              <a:t>供给与交付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A0C5D02-3239-4A15-BFFC-FD718A16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980944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2106B679-9CCD-402D-9A39-1155DBB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80944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179" idx="2"/>
            <a:endCxn xmlns:a="http://schemas.openxmlformats.org/drawingml/2006/main" id="180" idx="0"/>
          </p:cNvCxnSpPr>
          <p:nvPr/>
        </p:nvCxnSpPr>
        <p:spPr>
          <a:xfrm xmlns:a="http://schemas.openxmlformats.org/drawingml/2006/main">
            <a:off x="2377440" y="2980944"/>
            <a:ext cx="1078992" cy="0"/>
          </a:xfrm>
          <a:prstGeom xmlns:a="http://schemas.openxmlformats.org/drawingml/2006/main" prst="straightConnector1">
            <a:avLst/>
          </a:prstGeom>
          <a:ln xmlns:a="http://schemas.openxmlformats.org/drawingml/2006/main" w="16459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3EB81D0-CA98-45B7-92C0-31B61E6B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980944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1992500-BE06-4BE8-894A-B2032245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980944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182" idx="2"/>
            <a:endCxn xmlns:a="http://schemas.openxmlformats.org/drawingml/2006/main" id="183" idx="0"/>
          </p:cNvCxnSpPr>
          <p:nvPr/>
        </p:nvCxnSpPr>
        <p:spPr>
          <a:xfrm xmlns:a="http://schemas.openxmlformats.org/drawingml/2006/main">
            <a:off x="5074920" y="2980944"/>
            <a:ext cx="658368" cy="0"/>
          </a:xfrm>
          <a:prstGeom xmlns:a="http://schemas.openxmlformats.org/drawingml/2006/main" prst="straightConnector1">
            <a:avLst/>
          </a:prstGeom>
          <a:ln xmlns:a="http://schemas.openxmlformats.org/drawingml/2006/main" w="14630">
            <a:solidFill>
              <a:srgbClr val="C7000B"/>
            </a:solidFill>
            <a:prstDash val="solid"/>
            <a:tailEnd type="none" w="med" len="med"/>
          </a:ln>
        </p:spPr>
      </p:cxn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41EB106-AC20-457F-B785-F5CAAD0C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980944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8BE7708-5650-4701-8202-06EA045B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4828032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2" name=""/>
          <p:cNvCxnSpPr>
            <a:stCxn xmlns:a="http://schemas.openxmlformats.org/drawingml/2006/main" id="185" idx="1"/>
            <a:endCxn xmlns:a="http://schemas.openxmlformats.org/drawingml/2006/main" id="186" idx="0"/>
          </p:cNvCxnSpPr>
          <p:nvPr/>
        </p:nvCxnSpPr>
        <p:spPr>
          <a:xfrm xmlns:a="http://schemas.openxmlformats.org/drawingml/2006/main">
            <a:off x="5733288" y="2980944"/>
            <a:ext cx="0" cy="1847088"/>
          </a:xfrm>
          <a:prstGeom xmlns:a="http://schemas.openxmlformats.org/drawingml/2006/main" prst="straightConnector1">
            <a:avLst/>
          </a:prstGeom>
          <a:ln xmlns:a="http://schemas.openxmlformats.org/drawingml/2006/main" w="12802">
            <a:solidFill>
              <a:srgbClr val="C7000B"/>
            </a:solidFill>
            <a:prstDash val="solid"/>
            <a:tailEnd type="none" w="med" len="med"/>
          </a:ln>
        </p:spPr>
      </p:cxn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F20ED79-EF86-48B6-AF4B-A1B94693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91256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46E567D-B5E2-43DF-94C5-91875F6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0" y="3191256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188" idx="2"/>
            <a:endCxn xmlns:a="http://schemas.openxmlformats.org/drawingml/2006/main" id="189" idx="0"/>
          </p:cNvCxnSpPr>
          <p:nvPr/>
        </p:nvCxnSpPr>
        <p:spPr>
          <a:xfrm xmlns:a="http://schemas.openxmlformats.org/drawingml/2006/main">
            <a:off x="365760" y="3191256"/>
            <a:ext cx="13898880" cy="0"/>
          </a:xfrm>
          <a:prstGeom xmlns:a="http://schemas.openxmlformats.org/drawingml/2006/main" prst="straightConnector1">
            <a:avLst/>
          </a:prstGeom>
          <a:ln xmlns:a="http://schemas.openxmlformats.org/drawingml/2006/main" w="7315">
            <a:solidFill>
              <a:srgbClr val="D9D9D9"/>
            </a:solidFill>
            <a:prstDash val="solid"/>
            <a:tailEnd type="none" w="med" len="med"/>
          </a:ln>
        </p:spPr>
      </p:cxnSp>
      <p:sp>
        <p:nvSpPr>
          <p:cNvPr id="191" name="按用途分流">
            <a:extLst xmlns:a="http://schemas.openxmlformats.org/drawingml/2006/main">
              <a:ext uri="{FF2B5EF4-FFF2-40B4-BE49-F238E27FC236}">
                <a16:creationId xmlns:a16="http://schemas.microsoft.com/office/drawing/2014/main" id="{FE509E3A-CE43-4A4B-A1EF-8A4FA579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2898648"/>
            <a:ext cx="1517904" cy="192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008" b="0">
                <a:solidFill>
                  <a:srgbClr val="666666"/>
                </a:solidFill>
              </a:defRPr>
            </a:lvl1pPr>
            <a:lvl2pPr algn="l">
              <a:buNone/>
              <a:defRPr sz="1008" b="0">
                <a:solidFill>
                  <a:srgbClr val="666666"/>
                </a:solidFill>
              </a:defRPr>
            </a:lvl2pPr>
            <a:lvl3pPr algn="l">
              <a:buNone/>
              <a:defRPr sz="1008" b="0">
                <a:solidFill>
                  <a:srgbClr val="666666"/>
                </a:solidFill>
              </a:defRPr>
            </a:lvl3pPr>
            <a:lvl4pPr algn="l">
              <a:buNone/>
              <a:defRPr sz="1008" b="0">
                <a:solidFill>
                  <a:srgbClr val="666666"/>
                </a:solidFill>
              </a:defRPr>
            </a:lvl4pPr>
            <a:lvl5pPr algn="l">
              <a:buNone/>
              <a:defRPr sz="1008" b="0">
                <a:solidFill>
                  <a:srgbClr val="666666"/>
                </a:solidFill>
              </a:defRPr>
            </a:lvl5pPr>
            <a:lvl6pPr algn="l">
              <a:buNone/>
              <a:defRPr sz="1008" b="0">
                <a:solidFill>
                  <a:srgbClr val="666666"/>
                </a:solidFill>
              </a:defRPr>
            </a:lvl6pPr>
            <a:lvl7pPr algn="l">
              <a:buNone/>
              <a:defRPr sz="1008" b="0">
                <a:solidFill>
                  <a:srgbClr val="666666"/>
                </a:solidFill>
              </a:defRPr>
            </a:lvl7pPr>
            <a:lvl8pPr algn="l">
              <a:buNone/>
              <a:defRPr sz="1008" b="0">
                <a:solidFill>
                  <a:srgbClr val="666666"/>
                </a:solidFill>
              </a:defRPr>
            </a:lvl8pPr>
            <a:lvl9pPr algn="l">
              <a:buNone/>
              <a:defRPr sz="1008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008" b="0">
                <a:solidFill>
                  <a:srgbClr val="666666"/>
                </a:solidFill>
              </a:defRPr>
            </a:pPr>
            <a:r>
              <a:rPr sz="1008" b="0">
                <a:solidFill>
                  <a:srgbClr val="666666"/>
                </a:solidFill>
              </a:rPr>
              <a:t>按用途分流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C7E8F2B-8E88-43F5-B75B-3BB6AE6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2980944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FE37019-610E-4D17-8E35-7935C6E2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584" y="2980944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9" name=""/>
          <p:cNvCxnSpPr>
            <a:stCxn xmlns:a="http://schemas.openxmlformats.org/drawingml/2006/main" id="192" idx="2"/>
            <a:endCxn xmlns:a="http://schemas.openxmlformats.org/drawingml/2006/main" id="193" idx="0"/>
          </p:cNvCxnSpPr>
          <p:nvPr/>
        </p:nvCxnSpPr>
        <p:spPr>
          <a:xfrm xmlns:a="http://schemas.openxmlformats.org/drawingml/2006/main">
            <a:off x="10323576" y="2980944"/>
            <a:ext cx="1207008" cy="0"/>
          </a:xfrm>
          <a:prstGeom xmlns:a="http://schemas.openxmlformats.org/drawingml/2006/main" prst="straightConnector1">
            <a:avLst/>
          </a:prstGeom>
          <a:ln xmlns:a="http://schemas.openxmlformats.org/drawingml/2006/main" w="16459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E0E11EF6-4315-4531-961E-6454B0A9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807208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3CB04CA-2E8C-4217-A6E9-003FCB32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0604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2" name=""/>
          <p:cNvCxnSpPr>
            <a:stCxn xmlns:a="http://schemas.openxmlformats.org/drawingml/2006/main" id="195" idx="0"/>
            <a:endCxn xmlns:a="http://schemas.openxmlformats.org/drawingml/2006/main" id="196" idx="1"/>
          </p:cNvCxnSpPr>
          <p:nvPr/>
        </p:nvCxnSpPr>
        <p:spPr>
          <a:xfrm xmlns:a="http://schemas.openxmlformats.org/drawingml/2006/main" flipV="1">
            <a:off x="4617720" y="2606040"/>
            <a:ext cx="0" cy="201168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666666"/>
            </a:solidFill>
            <a:prstDash val="solid"/>
            <a:tailEnd type="none" w="med" len="med"/>
          </a:ln>
        </p:spPr>
      </p:cxn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2E7ECC4-7613-41B0-A218-327050E6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0604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23B25E9-1A5D-48F5-A42E-4B01C773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0" y="260604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5" name=""/>
          <p:cNvCxnSpPr>
            <a:stCxn xmlns:a="http://schemas.openxmlformats.org/drawingml/2006/main" id="198" idx="2"/>
            <a:endCxn xmlns:a="http://schemas.openxmlformats.org/drawingml/2006/main" id="199" idx="0"/>
          </p:cNvCxnSpPr>
          <p:nvPr/>
        </p:nvCxnSpPr>
        <p:spPr>
          <a:xfrm xmlns:a="http://schemas.openxmlformats.org/drawingml/2006/main">
            <a:off x="4617720" y="2606040"/>
            <a:ext cx="8321040" cy="0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666666"/>
            </a:solidFill>
            <a:prstDash val="solid"/>
            <a:tailEnd type="none" w="med" len="med"/>
          </a:ln>
        </p:spPr>
      </p:cxn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40BF14D7-9FFC-43E8-9A64-DFF4A4C6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0" y="260604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53DA1BD-B124-4B52-8DE2-D9A4DC6A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0" y="2807208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8" name=""/>
          <p:cNvCxnSpPr>
            <a:stCxn xmlns:a="http://schemas.openxmlformats.org/drawingml/2006/main" id="201" idx="1"/>
            <a:endCxn xmlns:a="http://schemas.openxmlformats.org/drawingml/2006/main" id="202" idx="0"/>
          </p:cNvCxnSpPr>
          <p:nvPr/>
        </p:nvCxnSpPr>
        <p:spPr>
          <a:xfrm xmlns:a="http://schemas.openxmlformats.org/drawingml/2006/main">
            <a:off x="12938760" y="2606040"/>
            <a:ext cx="0" cy="201168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666666"/>
            </a:solidFill>
            <a:prstDash val="solid"/>
            <a:tailEnd type="triangle" w="sm" len="sm"/>
          </a:ln>
        </p:spPr>
      </p:cxnSp>
      <p:sp>
        <p:nvSpPr>
          <p:cNvPr id="204" name="数据与轨迹资产按需直接交付">
            <a:extLst xmlns:a="http://schemas.openxmlformats.org/drawingml/2006/main">
              <a:ext uri="{FF2B5EF4-FFF2-40B4-BE49-F238E27FC236}">
                <a16:creationId xmlns:a16="http://schemas.microsoft.com/office/drawing/2014/main" id="{1F7AF51C-EFA8-403E-84E4-7A65C34E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496312"/>
            <a:ext cx="2971800" cy="192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 sz="1008" b="0">
                <a:solidFill>
                  <a:srgbClr val="666666"/>
                </a:solidFill>
              </a:defRPr>
            </a:lvl1pPr>
            <a:lvl2pPr algn="ctr">
              <a:buNone/>
              <a:defRPr sz="1008" b="0">
                <a:solidFill>
                  <a:srgbClr val="666666"/>
                </a:solidFill>
              </a:defRPr>
            </a:lvl2pPr>
            <a:lvl3pPr algn="ctr">
              <a:buNone/>
              <a:defRPr sz="1008" b="0">
                <a:solidFill>
                  <a:srgbClr val="666666"/>
                </a:solidFill>
              </a:defRPr>
            </a:lvl3pPr>
            <a:lvl4pPr algn="ctr">
              <a:buNone/>
              <a:defRPr sz="1008" b="0">
                <a:solidFill>
                  <a:srgbClr val="666666"/>
                </a:solidFill>
              </a:defRPr>
            </a:lvl4pPr>
            <a:lvl5pPr algn="ctr">
              <a:buNone/>
              <a:defRPr sz="1008" b="0">
                <a:solidFill>
                  <a:srgbClr val="666666"/>
                </a:solidFill>
              </a:defRPr>
            </a:lvl5pPr>
            <a:lvl6pPr algn="ctr">
              <a:buNone/>
              <a:defRPr sz="1008" b="0">
                <a:solidFill>
                  <a:srgbClr val="666666"/>
                </a:solidFill>
              </a:defRPr>
            </a:lvl6pPr>
            <a:lvl7pPr algn="ctr">
              <a:buNone/>
              <a:defRPr sz="1008" b="0">
                <a:solidFill>
                  <a:srgbClr val="666666"/>
                </a:solidFill>
              </a:defRPr>
            </a:lvl7pPr>
            <a:lvl8pPr algn="ctr">
              <a:buNone/>
              <a:defRPr sz="1008" b="0">
                <a:solidFill>
                  <a:srgbClr val="666666"/>
                </a:solidFill>
              </a:defRPr>
            </a:lvl8pPr>
            <a:lvl9pPr algn="ctr">
              <a:buNone/>
              <a:defRPr sz="1008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ctr">
              <a:buNone/>
              <a:defRPr sz="1008" b="0">
                <a:solidFill>
                  <a:srgbClr val="666666"/>
                </a:solidFill>
              </a:defRPr>
            </a:pPr>
            <a:r>
              <a:rPr sz="1008" b="0">
                <a:solidFill>
                  <a:srgbClr val="666666"/>
                </a:solidFill>
              </a:rPr>
              <a:t>数据与轨迹资产按需直接交付</a:t>
            </a:r>
          </a:p>
        </p:txBody>
      </p:sp>
      <p:sp>
        <p:nvSpPr>
          <p:cNvPr id="205" name="多模态数据加工">
            <a:extLst xmlns:a="http://schemas.openxmlformats.org/drawingml/2006/main">
              <a:ext uri="{FF2B5EF4-FFF2-40B4-BE49-F238E27FC236}">
                <a16:creationId xmlns:a16="http://schemas.microsoft.com/office/drawing/2014/main" id="{CDA98EAC-0984-492B-945B-695A9D0C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337560"/>
            <a:ext cx="2834640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368" b="1">
                <a:solidFill>
                  <a:srgbClr val="262626"/>
                </a:solidFill>
              </a:defRPr>
            </a:lvl1pPr>
            <a:lvl2pPr algn="l">
              <a:buNone/>
              <a:defRPr sz="1368" b="1">
                <a:solidFill>
                  <a:srgbClr val="262626"/>
                </a:solidFill>
              </a:defRPr>
            </a:lvl2pPr>
            <a:lvl3pPr algn="l">
              <a:buNone/>
              <a:defRPr sz="1368" b="1">
                <a:solidFill>
                  <a:srgbClr val="262626"/>
                </a:solidFill>
              </a:defRPr>
            </a:lvl3pPr>
            <a:lvl4pPr algn="l">
              <a:buNone/>
              <a:defRPr sz="1368" b="1">
                <a:solidFill>
                  <a:srgbClr val="262626"/>
                </a:solidFill>
              </a:defRPr>
            </a:lvl4pPr>
            <a:lvl5pPr algn="l">
              <a:buNone/>
              <a:defRPr sz="1368" b="1">
                <a:solidFill>
                  <a:srgbClr val="262626"/>
                </a:solidFill>
              </a:defRPr>
            </a:lvl5pPr>
            <a:lvl6pPr algn="l">
              <a:buNone/>
              <a:defRPr sz="1368" b="1">
                <a:solidFill>
                  <a:srgbClr val="262626"/>
                </a:solidFill>
              </a:defRPr>
            </a:lvl6pPr>
            <a:lvl7pPr algn="l">
              <a:buNone/>
              <a:defRPr sz="1368" b="1">
                <a:solidFill>
                  <a:srgbClr val="262626"/>
                </a:solidFill>
              </a:defRPr>
            </a:lvl7pPr>
            <a:lvl8pPr algn="l">
              <a:buNone/>
              <a:defRPr sz="1368" b="1">
                <a:solidFill>
                  <a:srgbClr val="262626"/>
                </a:solidFill>
              </a:defRPr>
            </a:lvl8pPr>
            <a:lvl9pPr algn="l">
              <a:buNone/>
              <a:defRPr sz="1368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368" b="1">
                <a:solidFill>
                  <a:srgbClr val="262626"/>
                </a:solidFill>
              </a:defRPr>
            </a:pPr>
            <a:r>
              <a:rPr sz="1368" b="1">
                <a:solidFill>
                  <a:srgbClr val="262626"/>
                </a:solidFill>
              </a:rPr>
              <a:t>多模态数据加工</a:t>
            </a:r>
          </a:p>
        </p:txBody>
      </p:sp>
      <p:sp>
        <p:nvSpPr>
          <p:cNvPr id="206" name="关联检索、清洗与数据合成">
            <a:extLst xmlns:a="http://schemas.openxmlformats.org/drawingml/2006/main">
              <a:ext uri="{FF2B5EF4-FFF2-40B4-BE49-F238E27FC236}">
                <a16:creationId xmlns:a16="http://schemas.microsoft.com/office/drawing/2014/main" id="{D5755EB0-67A3-4337-8664-50D226B0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02736"/>
            <a:ext cx="283464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224" b="0">
                <a:solidFill>
                  <a:srgbClr val="666666"/>
                </a:solidFill>
              </a:defRPr>
            </a:lvl1pPr>
            <a:lvl2pPr algn="l">
              <a:buNone/>
              <a:defRPr sz="1224" b="0">
                <a:solidFill>
                  <a:srgbClr val="666666"/>
                </a:solidFill>
              </a:defRPr>
            </a:lvl2pPr>
            <a:lvl3pPr algn="l">
              <a:buNone/>
              <a:defRPr sz="1224" b="0">
                <a:solidFill>
                  <a:srgbClr val="666666"/>
                </a:solidFill>
              </a:defRPr>
            </a:lvl3pPr>
            <a:lvl4pPr algn="l">
              <a:buNone/>
              <a:defRPr sz="1224" b="0">
                <a:solidFill>
                  <a:srgbClr val="666666"/>
                </a:solidFill>
              </a:defRPr>
            </a:lvl4pPr>
            <a:lvl5pPr algn="l">
              <a:buNone/>
              <a:defRPr sz="1224" b="0">
                <a:solidFill>
                  <a:srgbClr val="666666"/>
                </a:solidFill>
              </a:defRPr>
            </a:lvl5pPr>
            <a:lvl6pPr algn="l">
              <a:buNone/>
              <a:defRPr sz="1224" b="0">
                <a:solidFill>
                  <a:srgbClr val="666666"/>
                </a:solidFill>
              </a:defRPr>
            </a:lvl6pPr>
            <a:lvl7pPr algn="l">
              <a:buNone/>
              <a:defRPr sz="1224" b="0">
                <a:solidFill>
                  <a:srgbClr val="666666"/>
                </a:solidFill>
              </a:defRPr>
            </a:lvl7pPr>
            <a:lvl8pPr algn="l">
              <a:buNone/>
              <a:defRPr sz="1224" b="0">
                <a:solidFill>
                  <a:srgbClr val="666666"/>
                </a:solidFill>
              </a:defRPr>
            </a:lvl8pPr>
            <a:lvl9pPr algn="l">
              <a:buNone/>
              <a:defRPr sz="1224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224" b="0">
                <a:solidFill>
                  <a:srgbClr val="666666"/>
                </a:solidFill>
              </a:defRPr>
            </a:pPr>
            <a:r>
              <a:rPr sz="1224" b="0">
                <a:solidFill>
                  <a:srgbClr val="666666"/>
                </a:solidFill>
              </a:rPr>
              <a:t>关联检索、清洗与数据合成</a:t>
            </a:r>
          </a:p>
        </p:txBody>
      </p:sp>
      <p:sp>
        <p:nvSpPr>
          <p:cNvPr id="207" name="Agent轨迹合成">
            <a:extLst xmlns:a="http://schemas.openxmlformats.org/drawingml/2006/main">
              <a:ext uri="{FF2B5EF4-FFF2-40B4-BE49-F238E27FC236}">
                <a16:creationId xmlns:a16="http://schemas.microsoft.com/office/drawing/2014/main" id="{03E0C458-9D10-4850-A81C-1D115653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86200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440" b="1">
                <a:solidFill>
                  <a:srgbClr val="C7000B"/>
                </a:solidFill>
              </a:defRPr>
            </a:lvl1pPr>
            <a:lvl2pPr algn="l">
              <a:buNone/>
              <a:defRPr sz="1440" b="1">
                <a:solidFill>
                  <a:srgbClr val="C7000B"/>
                </a:solidFill>
              </a:defRPr>
            </a:lvl2pPr>
            <a:lvl3pPr algn="l">
              <a:buNone/>
              <a:defRPr sz="1440" b="1">
                <a:solidFill>
                  <a:srgbClr val="C7000B"/>
                </a:solidFill>
              </a:defRPr>
            </a:lvl3pPr>
            <a:lvl4pPr algn="l">
              <a:buNone/>
              <a:defRPr sz="1440" b="1">
                <a:solidFill>
                  <a:srgbClr val="C7000B"/>
                </a:solidFill>
              </a:defRPr>
            </a:lvl4pPr>
            <a:lvl5pPr algn="l">
              <a:buNone/>
              <a:defRPr sz="1440" b="1">
                <a:solidFill>
                  <a:srgbClr val="C7000B"/>
                </a:solidFill>
              </a:defRPr>
            </a:lvl5pPr>
            <a:lvl6pPr algn="l">
              <a:buNone/>
              <a:defRPr sz="1440" b="1">
                <a:solidFill>
                  <a:srgbClr val="C7000B"/>
                </a:solidFill>
              </a:defRPr>
            </a:lvl6pPr>
            <a:lvl7pPr algn="l">
              <a:buNone/>
              <a:defRPr sz="1440" b="1">
                <a:solidFill>
                  <a:srgbClr val="C7000B"/>
                </a:solidFill>
              </a:defRPr>
            </a:lvl7pPr>
            <a:lvl8pPr algn="l">
              <a:buNone/>
              <a:defRPr sz="1440" b="1">
                <a:solidFill>
                  <a:srgbClr val="C7000B"/>
                </a:solidFill>
              </a:defRPr>
            </a:lvl8pPr>
            <a:lvl9pPr algn="l">
              <a:buNone/>
              <a:defRPr sz="1440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440" b="1">
                <a:solidFill>
                  <a:srgbClr val="C7000B"/>
                </a:solidFill>
              </a:defRPr>
            </a:pPr>
            <a:r>
              <a:rPr sz="1440" b="1">
                <a:solidFill>
                  <a:srgbClr val="C7000B"/>
                </a:solidFill>
              </a:rPr>
              <a:t>Agent轨迹合成</a:t>
            </a:r>
          </a:p>
        </p:txBody>
      </p:sp>
      <p:pic>
        <p:nvPicPr>
          <p:cNvPr id="4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d594834ad452f"/>
          <a:stretch xmlns:a="http://schemas.openxmlformats.org/drawingml/2006/main"/>
        </p:blipFill>
        <p:spPr>
          <a:xfrm xmlns:a="http://schemas.openxmlformats.org/drawingml/2006/main">
            <a:off x="2715768" y="3877056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09" name="构造任务">
            <a:extLst xmlns:a="http://schemas.openxmlformats.org/drawingml/2006/main">
              <a:ext uri="{FF2B5EF4-FFF2-40B4-BE49-F238E27FC236}">
                <a16:creationId xmlns:a16="http://schemas.microsoft.com/office/drawing/2014/main" id="{BC46718D-C911-41F0-AE6E-47582841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97096"/>
            <a:ext cx="667512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080" b="1">
                <a:solidFill>
                  <a:srgbClr val="C7000B"/>
                </a:solidFill>
              </a:defRPr>
            </a:lvl1pPr>
            <a:lvl2pPr algn="l">
              <a:buNone/>
              <a:defRPr sz="1080" b="1">
                <a:solidFill>
                  <a:srgbClr val="C7000B"/>
                </a:solidFill>
              </a:defRPr>
            </a:lvl2pPr>
            <a:lvl3pPr algn="l">
              <a:buNone/>
              <a:defRPr sz="1080" b="1">
                <a:solidFill>
                  <a:srgbClr val="C7000B"/>
                </a:solidFill>
              </a:defRPr>
            </a:lvl3pPr>
            <a:lvl4pPr algn="l">
              <a:buNone/>
              <a:defRPr sz="1080" b="1">
                <a:solidFill>
                  <a:srgbClr val="C7000B"/>
                </a:solidFill>
              </a:defRPr>
            </a:lvl4pPr>
            <a:lvl5pPr algn="l">
              <a:buNone/>
              <a:defRPr sz="1080" b="1">
                <a:solidFill>
                  <a:srgbClr val="C7000B"/>
                </a:solidFill>
              </a:defRPr>
            </a:lvl5pPr>
            <a:lvl6pPr algn="l">
              <a:buNone/>
              <a:defRPr sz="1080" b="1">
                <a:solidFill>
                  <a:srgbClr val="C7000B"/>
                </a:solidFill>
              </a:defRPr>
            </a:lvl6pPr>
            <a:lvl7pPr algn="l">
              <a:buNone/>
              <a:defRPr sz="1080" b="1">
                <a:solidFill>
                  <a:srgbClr val="C7000B"/>
                </a:solidFill>
              </a:defRPr>
            </a:lvl7pPr>
            <a:lvl8pPr algn="l">
              <a:buNone/>
              <a:defRPr sz="1080" b="1">
                <a:solidFill>
                  <a:srgbClr val="C7000B"/>
                </a:solidFill>
              </a:defRPr>
            </a:lvl8pPr>
            <a:lvl9pPr algn="l">
              <a:buNone/>
              <a:defRPr sz="1080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080" b="1">
                <a:solidFill>
                  <a:srgbClr val="C7000B"/>
                </a:solidFill>
              </a:defRPr>
            </a:pPr>
            <a:r>
              <a:rPr sz="1080" b="1">
                <a:solidFill>
                  <a:srgbClr val="C7000B"/>
                </a:solidFill>
              </a:rPr>
              <a:t>构造任务</a:t>
            </a:r>
          </a:p>
        </p:txBody>
      </p:sp>
      <p:sp>
        <p:nvSpPr>
          <p:cNvPr id="210" name="环境交互">
            <a:extLst xmlns:a="http://schemas.openxmlformats.org/drawingml/2006/main">
              <a:ext uri="{FF2B5EF4-FFF2-40B4-BE49-F238E27FC236}">
                <a16:creationId xmlns:a16="http://schemas.microsoft.com/office/drawing/2014/main" id="{1C5E6212-7F3E-49A8-AF42-19A0476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197096"/>
            <a:ext cx="667512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080" b="1">
                <a:solidFill>
                  <a:srgbClr val="C7000B"/>
                </a:solidFill>
              </a:defRPr>
            </a:lvl1pPr>
            <a:lvl2pPr algn="l">
              <a:buNone/>
              <a:defRPr sz="1080" b="1">
                <a:solidFill>
                  <a:srgbClr val="C7000B"/>
                </a:solidFill>
              </a:defRPr>
            </a:lvl2pPr>
            <a:lvl3pPr algn="l">
              <a:buNone/>
              <a:defRPr sz="1080" b="1">
                <a:solidFill>
                  <a:srgbClr val="C7000B"/>
                </a:solidFill>
              </a:defRPr>
            </a:lvl3pPr>
            <a:lvl4pPr algn="l">
              <a:buNone/>
              <a:defRPr sz="1080" b="1">
                <a:solidFill>
                  <a:srgbClr val="C7000B"/>
                </a:solidFill>
              </a:defRPr>
            </a:lvl4pPr>
            <a:lvl5pPr algn="l">
              <a:buNone/>
              <a:defRPr sz="1080" b="1">
                <a:solidFill>
                  <a:srgbClr val="C7000B"/>
                </a:solidFill>
              </a:defRPr>
            </a:lvl5pPr>
            <a:lvl6pPr algn="l">
              <a:buNone/>
              <a:defRPr sz="1080" b="1">
                <a:solidFill>
                  <a:srgbClr val="C7000B"/>
                </a:solidFill>
              </a:defRPr>
            </a:lvl6pPr>
            <a:lvl7pPr algn="l">
              <a:buNone/>
              <a:defRPr sz="1080" b="1">
                <a:solidFill>
                  <a:srgbClr val="C7000B"/>
                </a:solidFill>
              </a:defRPr>
            </a:lvl7pPr>
            <a:lvl8pPr algn="l">
              <a:buNone/>
              <a:defRPr sz="1080" b="1">
                <a:solidFill>
                  <a:srgbClr val="C7000B"/>
                </a:solidFill>
              </a:defRPr>
            </a:lvl8pPr>
            <a:lvl9pPr algn="l">
              <a:buNone/>
              <a:defRPr sz="1080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080" b="1">
                <a:solidFill>
                  <a:srgbClr val="C7000B"/>
                </a:solidFill>
              </a:defRPr>
            </a:pPr>
            <a:r>
              <a:rPr sz="1080" b="1">
                <a:solidFill>
                  <a:srgbClr val="C7000B"/>
                </a:solidFill>
              </a:rPr>
              <a:t>环境交互</a:t>
            </a:r>
          </a:p>
        </p:txBody>
      </p:sp>
      <p:sp>
        <p:nvSpPr>
          <p:cNvPr id="211" name="轨迹生成">
            <a:extLst xmlns:a="http://schemas.openxmlformats.org/drawingml/2006/main">
              <a:ext uri="{FF2B5EF4-FFF2-40B4-BE49-F238E27FC236}">
                <a16:creationId xmlns:a16="http://schemas.microsoft.com/office/drawing/2014/main" id="{50C26878-500F-4F36-9938-4C7301C8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4197096"/>
            <a:ext cx="73152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080" b="1">
                <a:solidFill>
                  <a:srgbClr val="C7000B"/>
                </a:solidFill>
              </a:defRPr>
            </a:lvl1pPr>
            <a:lvl2pPr algn="l">
              <a:buNone/>
              <a:defRPr sz="1080" b="1">
                <a:solidFill>
                  <a:srgbClr val="C7000B"/>
                </a:solidFill>
              </a:defRPr>
            </a:lvl2pPr>
            <a:lvl3pPr algn="l">
              <a:buNone/>
              <a:defRPr sz="1080" b="1">
                <a:solidFill>
                  <a:srgbClr val="C7000B"/>
                </a:solidFill>
              </a:defRPr>
            </a:lvl3pPr>
            <a:lvl4pPr algn="l">
              <a:buNone/>
              <a:defRPr sz="1080" b="1">
                <a:solidFill>
                  <a:srgbClr val="C7000B"/>
                </a:solidFill>
              </a:defRPr>
            </a:lvl4pPr>
            <a:lvl5pPr algn="l">
              <a:buNone/>
              <a:defRPr sz="1080" b="1">
                <a:solidFill>
                  <a:srgbClr val="C7000B"/>
                </a:solidFill>
              </a:defRPr>
            </a:lvl5pPr>
            <a:lvl6pPr algn="l">
              <a:buNone/>
              <a:defRPr sz="1080" b="1">
                <a:solidFill>
                  <a:srgbClr val="C7000B"/>
                </a:solidFill>
              </a:defRPr>
            </a:lvl6pPr>
            <a:lvl7pPr algn="l">
              <a:buNone/>
              <a:defRPr sz="1080" b="1">
                <a:solidFill>
                  <a:srgbClr val="C7000B"/>
                </a:solidFill>
              </a:defRPr>
            </a:lvl7pPr>
            <a:lvl8pPr algn="l">
              <a:buNone/>
              <a:defRPr sz="1080" b="1">
                <a:solidFill>
                  <a:srgbClr val="C7000B"/>
                </a:solidFill>
              </a:defRPr>
            </a:lvl8pPr>
            <a:lvl9pPr algn="l">
              <a:buNone/>
              <a:defRPr sz="1080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080" b="1">
                <a:solidFill>
                  <a:srgbClr val="C7000B"/>
                </a:solidFill>
              </a:defRPr>
            </a:pPr>
            <a:r>
              <a:rPr sz="1080" b="1">
                <a:solidFill>
                  <a:srgbClr val="C7000B"/>
                </a:solidFill>
              </a:rPr>
              <a:t>轨迹生成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CC94AFA-7E76-4996-86D0-DE341597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429768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A3151A1-1A2F-40DC-BEE3-B73A23DB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29768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212" idx="2"/>
            <a:endCxn xmlns:a="http://schemas.openxmlformats.org/drawingml/2006/main" id="213" idx="0"/>
          </p:cNvCxnSpPr>
          <p:nvPr/>
        </p:nvCxnSpPr>
        <p:spPr>
          <a:xfrm xmlns:a="http://schemas.openxmlformats.org/drawingml/2006/main">
            <a:off x="1088136" y="4297680"/>
            <a:ext cx="265176" cy="0"/>
          </a:xfrm>
          <a:prstGeom xmlns:a="http://schemas.openxmlformats.org/drawingml/2006/main" prst="straightConnector1">
            <a:avLst/>
          </a:prstGeom>
          <a:ln xmlns:a="http://schemas.openxmlformats.org/drawingml/2006/main" w="10973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D9C8DE2-76A4-4883-9240-F2D416B9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29768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5382A59-9ECC-4371-B16B-BEB062F1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429768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2" name=""/>
          <p:cNvCxnSpPr>
            <a:stCxn xmlns:a="http://schemas.openxmlformats.org/drawingml/2006/main" id="215" idx="2"/>
            <a:endCxn xmlns:a="http://schemas.openxmlformats.org/drawingml/2006/main" id="216" idx="0"/>
          </p:cNvCxnSpPr>
          <p:nvPr/>
        </p:nvCxnSpPr>
        <p:spPr>
          <a:xfrm xmlns:a="http://schemas.openxmlformats.org/drawingml/2006/main">
            <a:off x="2148840" y="4297680"/>
            <a:ext cx="237744" cy="0"/>
          </a:xfrm>
          <a:prstGeom xmlns:a="http://schemas.openxmlformats.org/drawingml/2006/main" prst="straightConnector1">
            <a:avLst/>
          </a:prstGeom>
          <a:ln xmlns:a="http://schemas.openxmlformats.org/drawingml/2006/main" w="10973">
            <a:solidFill>
              <a:srgbClr val="C7000B"/>
            </a:solidFill>
            <a:prstDash val="solid"/>
            <a:tailEnd type="triangle" w="sm" len="sm"/>
          </a:ln>
        </p:spPr>
      </p:cxnSp>
      <p:sp>
        <p:nvSpPr>
          <p:cNvPr id="218" name="任务扩展与分支采样">
            <a:extLst xmlns:a="http://schemas.openxmlformats.org/drawingml/2006/main">
              <a:ext uri="{FF2B5EF4-FFF2-40B4-BE49-F238E27FC236}">
                <a16:creationId xmlns:a16="http://schemas.microsoft.com/office/drawing/2014/main" id="{E68D1D14-F28C-46C2-9CC6-EC4AA2BC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62272"/>
            <a:ext cx="28346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080" b="0">
                <a:solidFill>
                  <a:srgbClr val="666666"/>
                </a:solidFill>
              </a:defRPr>
            </a:lvl1pPr>
            <a:lvl2pPr algn="l">
              <a:buNone/>
              <a:defRPr sz="1080" b="0">
                <a:solidFill>
                  <a:srgbClr val="666666"/>
                </a:solidFill>
              </a:defRPr>
            </a:lvl2pPr>
            <a:lvl3pPr algn="l">
              <a:buNone/>
              <a:defRPr sz="1080" b="0">
                <a:solidFill>
                  <a:srgbClr val="666666"/>
                </a:solidFill>
              </a:defRPr>
            </a:lvl3pPr>
            <a:lvl4pPr algn="l">
              <a:buNone/>
              <a:defRPr sz="1080" b="0">
                <a:solidFill>
                  <a:srgbClr val="666666"/>
                </a:solidFill>
              </a:defRPr>
            </a:lvl4pPr>
            <a:lvl5pPr algn="l">
              <a:buNone/>
              <a:defRPr sz="1080" b="0">
                <a:solidFill>
                  <a:srgbClr val="666666"/>
                </a:solidFill>
              </a:defRPr>
            </a:lvl5pPr>
            <a:lvl6pPr algn="l">
              <a:buNone/>
              <a:defRPr sz="1080" b="0">
                <a:solidFill>
                  <a:srgbClr val="666666"/>
                </a:solidFill>
              </a:defRPr>
            </a:lvl6pPr>
            <a:lvl7pPr algn="l">
              <a:buNone/>
              <a:defRPr sz="1080" b="0">
                <a:solidFill>
                  <a:srgbClr val="666666"/>
                </a:solidFill>
              </a:defRPr>
            </a:lvl7pPr>
            <a:lvl8pPr algn="l">
              <a:buNone/>
              <a:defRPr sz="1080" b="0">
                <a:solidFill>
                  <a:srgbClr val="666666"/>
                </a:solidFill>
              </a:defRPr>
            </a:lvl8pPr>
            <a:lvl9pPr algn="l">
              <a:buNone/>
              <a:defRPr sz="1080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080" b="0">
                <a:solidFill>
                  <a:srgbClr val="666666"/>
                </a:solidFill>
              </a:defRPr>
            </a:pPr>
            <a:r>
              <a:rPr sz="1080" b="0">
                <a:solidFill>
                  <a:srgbClr val="666666"/>
                </a:solidFill>
              </a:rPr>
              <a:t>任务扩展与分支采样</a:t>
            </a:r>
          </a:p>
        </p:txBody>
      </p:sp>
      <p:sp>
        <p:nvSpPr>
          <p:cNvPr id="219" name="多模观察、工具调用、分叉重试">
            <a:extLst xmlns:a="http://schemas.openxmlformats.org/drawingml/2006/main">
              <a:ext uri="{FF2B5EF4-FFF2-40B4-BE49-F238E27FC236}">
                <a16:creationId xmlns:a16="http://schemas.microsoft.com/office/drawing/2014/main" id="{37D0E7F9-D8C9-4400-8D32-C7E80CE6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663440"/>
            <a:ext cx="28346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080" b="0">
                <a:solidFill>
                  <a:srgbClr val="666666"/>
                </a:solidFill>
              </a:defRPr>
            </a:lvl1pPr>
            <a:lvl2pPr algn="l">
              <a:buNone/>
              <a:defRPr sz="1080" b="0">
                <a:solidFill>
                  <a:srgbClr val="666666"/>
                </a:solidFill>
              </a:defRPr>
            </a:lvl2pPr>
            <a:lvl3pPr algn="l">
              <a:buNone/>
              <a:defRPr sz="1080" b="0">
                <a:solidFill>
                  <a:srgbClr val="666666"/>
                </a:solidFill>
              </a:defRPr>
            </a:lvl3pPr>
            <a:lvl4pPr algn="l">
              <a:buNone/>
              <a:defRPr sz="1080" b="0">
                <a:solidFill>
                  <a:srgbClr val="666666"/>
                </a:solidFill>
              </a:defRPr>
            </a:lvl4pPr>
            <a:lvl5pPr algn="l">
              <a:buNone/>
              <a:defRPr sz="1080" b="0">
                <a:solidFill>
                  <a:srgbClr val="666666"/>
                </a:solidFill>
              </a:defRPr>
            </a:lvl5pPr>
            <a:lvl6pPr algn="l">
              <a:buNone/>
              <a:defRPr sz="1080" b="0">
                <a:solidFill>
                  <a:srgbClr val="666666"/>
                </a:solidFill>
              </a:defRPr>
            </a:lvl6pPr>
            <a:lvl7pPr algn="l">
              <a:buNone/>
              <a:defRPr sz="1080" b="0">
                <a:solidFill>
                  <a:srgbClr val="666666"/>
                </a:solidFill>
              </a:defRPr>
            </a:lvl7pPr>
            <a:lvl8pPr algn="l">
              <a:buNone/>
              <a:defRPr sz="1080" b="0">
                <a:solidFill>
                  <a:srgbClr val="666666"/>
                </a:solidFill>
              </a:defRPr>
            </a:lvl8pPr>
            <a:lvl9pPr algn="l">
              <a:buNone/>
              <a:defRPr sz="1080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080" b="0">
                <a:solidFill>
                  <a:srgbClr val="666666"/>
                </a:solidFill>
              </a:defRPr>
            </a:pPr>
            <a:r>
              <a:rPr sz="1080" b="0">
                <a:solidFill>
                  <a:srgbClr val="666666"/>
                </a:solidFill>
              </a:rPr>
              <a:t>多模观察、工具调用、分叉重试</a:t>
            </a:r>
          </a:p>
        </p:txBody>
      </p:sp>
      <p:sp>
        <p:nvSpPr>
          <p:cNvPr id="220" name="数据与轨迹质检">
            <a:extLst xmlns:a="http://schemas.openxmlformats.org/drawingml/2006/main">
              <a:ext uri="{FF2B5EF4-FFF2-40B4-BE49-F238E27FC236}">
                <a16:creationId xmlns:a16="http://schemas.microsoft.com/office/drawing/2014/main" id="{A5BBAEC7-84F0-4BF1-ADAD-60033477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355848"/>
            <a:ext cx="201168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296" b="1">
                <a:solidFill>
                  <a:srgbClr val="262626"/>
                </a:solidFill>
              </a:defRPr>
            </a:lvl1pPr>
            <a:lvl2pPr algn="l">
              <a:buNone/>
              <a:defRPr sz="1296" b="1">
                <a:solidFill>
                  <a:srgbClr val="262626"/>
                </a:solidFill>
              </a:defRPr>
            </a:lvl2pPr>
            <a:lvl3pPr algn="l">
              <a:buNone/>
              <a:defRPr sz="1296" b="1">
                <a:solidFill>
                  <a:srgbClr val="262626"/>
                </a:solidFill>
              </a:defRPr>
            </a:lvl3pPr>
            <a:lvl4pPr algn="l">
              <a:buNone/>
              <a:defRPr sz="1296" b="1">
                <a:solidFill>
                  <a:srgbClr val="262626"/>
                </a:solidFill>
              </a:defRPr>
            </a:lvl4pPr>
            <a:lvl5pPr algn="l">
              <a:buNone/>
              <a:defRPr sz="1296" b="1">
                <a:solidFill>
                  <a:srgbClr val="262626"/>
                </a:solidFill>
              </a:defRPr>
            </a:lvl5pPr>
            <a:lvl6pPr algn="l">
              <a:buNone/>
              <a:defRPr sz="1296" b="1">
                <a:solidFill>
                  <a:srgbClr val="262626"/>
                </a:solidFill>
              </a:defRPr>
            </a:lvl6pPr>
            <a:lvl7pPr algn="l">
              <a:buNone/>
              <a:defRPr sz="1296" b="1">
                <a:solidFill>
                  <a:srgbClr val="262626"/>
                </a:solidFill>
              </a:defRPr>
            </a:lvl7pPr>
            <a:lvl8pPr algn="l">
              <a:buNone/>
              <a:defRPr sz="1296" b="1">
                <a:solidFill>
                  <a:srgbClr val="262626"/>
                </a:solidFill>
              </a:defRPr>
            </a:lvl8pPr>
            <a:lvl9pPr algn="l">
              <a:buNone/>
              <a:defRPr sz="1296" b="1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296" b="1">
                <a:solidFill>
                  <a:srgbClr val="262626"/>
                </a:solidFill>
              </a:defRPr>
            </a:pPr>
            <a:r>
              <a:rPr sz="1296" b="1">
                <a:solidFill>
                  <a:srgbClr val="262626"/>
                </a:solidFill>
              </a:rPr>
              <a:t>数据与轨迹质检</a:t>
            </a:r>
          </a:p>
        </p:txBody>
      </p:sp>
      <p:sp>
        <p:nvSpPr>
          <p:cNvPr id="221" name="完整性与可执行性">
            <a:extLst xmlns:a="http://schemas.openxmlformats.org/drawingml/2006/main">
              <a:ext uri="{FF2B5EF4-FFF2-40B4-BE49-F238E27FC236}">
                <a16:creationId xmlns:a16="http://schemas.microsoft.com/office/drawing/2014/main" id="{D1CCF413-E5B1-45E7-BAD6-7AC123B7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639312"/>
            <a:ext cx="187452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224" b="0">
                <a:solidFill>
                  <a:srgbClr val="666666"/>
                </a:solidFill>
              </a:defRPr>
            </a:lvl1pPr>
            <a:lvl2pPr algn="l">
              <a:buNone/>
              <a:defRPr sz="1224" b="0">
                <a:solidFill>
                  <a:srgbClr val="666666"/>
                </a:solidFill>
              </a:defRPr>
            </a:lvl2pPr>
            <a:lvl3pPr algn="l">
              <a:buNone/>
              <a:defRPr sz="1224" b="0">
                <a:solidFill>
                  <a:srgbClr val="666666"/>
                </a:solidFill>
              </a:defRPr>
            </a:lvl3pPr>
            <a:lvl4pPr algn="l">
              <a:buNone/>
              <a:defRPr sz="1224" b="0">
                <a:solidFill>
                  <a:srgbClr val="666666"/>
                </a:solidFill>
              </a:defRPr>
            </a:lvl4pPr>
            <a:lvl5pPr algn="l">
              <a:buNone/>
              <a:defRPr sz="1224" b="0">
                <a:solidFill>
                  <a:srgbClr val="666666"/>
                </a:solidFill>
              </a:defRPr>
            </a:lvl5pPr>
            <a:lvl6pPr algn="l">
              <a:buNone/>
              <a:defRPr sz="1224" b="0">
                <a:solidFill>
                  <a:srgbClr val="666666"/>
                </a:solidFill>
              </a:defRPr>
            </a:lvl6pPr>
            <a:lvl7pPr algn="l">
              <a:buNone/>
              <a:defRPr sz="1224" b="0">
                <a:solidFill>
                  <a:srgbClr val="666666"/>
                </a:solidFill>
              </a:defRPr>
            </a:lvl7pPr>
            <a:lvl8pPr algn="l">
              <a:buNone/>
              <a:defRPr sz="1224" b="0">
                <a:solidFill>
                  <a:srgbClr val="666666"/>
                </a:solidFill>
              </a:defRPr>
            </a:lvl8pPr>
            <a:lvl9pPr algn="l">
              <a:buNone/>
              <a:defRPr sz="1224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224" b="0">
                <a:solidFill>
                  <a:srgbClr val="666666"/>
                </a:solidFill>
              </a:defRPr>
            </a:pPr>
            <a:r>
              <a:rPr sz="1224" b="0">
                <a:solidFill>
                  <a:srgbClr val="666666"/>
                </a:solidFill>
              </a:rPr>
              <a:t>完整性与可执行性</a:t>
            </a:r>
          </a:p>
        </p:txBody>
      </p:sp>
      <p:sp>
        <p:nvSpPr>
          <p:cNvPr id="222" name="覆盖度与场景适配">
            <a:extLst xmlns:a="http://schemas.openxmlformats.org/drawingml/2006/main">
              <a:ext uri="{FF2B5EF4-FFF2-40B4-BE49-F238E27FC236}">
                <a16:creationId xmlns:a16="http://schemas.microsoft.com/office/drawing/2014/main" id="{34DFCED6-BEBD-4D1D-B79D-FB26124E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904488"/>
            <a:ext cx="187452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224" b="0">
                <a:solidFill>
                  <a:srgbClr val="666666"/>
                </a:solidFill>
              </a:defRPr>
            </a:lvl1pPr>
            <a:lvl2pPr algn="l">
              <a:buNone/>
              <a:defRPr sz="1224" b="0">
                <a:solidFill>
                  <a:srgbClr val="666666"/>
                </a:solidFill>
              </a:defRPr>
            </a:lvl2pPr>
            <a:lvl3pPr algn="l">
              <a:buNone/>
              <a:defRPr sz="1224" b="0">
                <a:solidFill>
                  <a:srgbClr val="666666"/>
                </a:solidFill>
              </a:defRPr>
            </a:lvl3pPr>
            <a:lvl4pPr algn="l">
              <a:buNone/>
              <a:defRPr sz="1224" b="0">
                <a:solidFill>
                  <a:srgbClr val="666666"/>
                </a:solidFill>
              </a:defRPr>
            </a:lvl4pPr>
            <a:lvl5pPr algn="l">
              <a:buNone/>
              <a:defRPr sz="1224" b="0">
                <a:solidFill>
                  <a:srgbClr val="666666"/>
                </a:solidFill>
              </a:defRPr>
            </a:lvl5pPr>
            <a:lvl6pPr algn="l">
              <a:buNone/>
              <a:defRPr sz="1224" b="0">
                <a:solidFill>
                  <a:srgbClr val="666666"/>
                </a:solidFill>
              </a:defRPr>
            </a:lvl6pPr>
            <a:lvl7pPr algn="l">
              <a:buNone/>
              <a:defRPr sz="1224" b="0">
                <a:solidFill>
                  <a:srgbClr val="666666"/>
                </a:solidFill>
              </a:defRPr>
            </a:lvl7pPr>
            <a:lvl8pPr algn="l">
              <a:buNone/>
              <a:defRPr sz="1224" b="0">
                <a:solidFill>
                  <a:srgbClr val="666666"/>
                </a:solidFill>
              </a:defRPr>
            </a:lvl8pPr>
            <a:lvl9pPr algn="l">
              <a:buNone/>
              <a:defRPr sz="1224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224" b="0">
                <a:solidFill>
                  <a:srgbClr val="666666"/>
                </a:solidFill>
              </a:defRPr>
            </a:pPr>
            <a:r>
              <a:rPr sz="1224" b="0">
                <a:solidFill>
                  <a:srgbClr val="666666"/>
                </a:solidFill>
              </a:rPr>
              <a:t>覆盖度与场景适配</a:t>
            </a:r>
          </a:p>
        </p:txBody>
      </p:sp>
      <p:sp>
        <p:nvSpPr>
          <p:cNvPr id="223" name="按用途加工与分集">
            <a:extLst xmlns:a="http://schemas.openxmlformats.org/drawingml/2006/main">
              <a:ext uri="{FF2B5EF4-FFF2-40B4-BE49-F238E27FC236}">
                <a16:creationId xmlns:a16="http://schemas.microsoft.com/office/drawing/2014/main" id="{A81385D5-10B8-49C8-AD8E-F4BF9C66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261104"/>
            <a:ext cx="1975104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224" b="1">
                <a:solidFill>
                  <a:srgbClr val="C7000B"/>
                </a:solidFill>
              </a:defRPr>
            </a:lvl1pPr>
            <a:lvl2pPr algn="l">
              <a:buNone/>
              <a:defRPr sz="1224" b="1">
                <a:solidFill>
                  <a:srgbClr val="C7000B"/>
                </a:solidFill>
              </a:defRPr>
            </a:lvl2pPr>
            <a:lvl3pPr algn="l">
              <a:buNone/>
              <a:defRPr sz="1224" b="1">
                <a:solidFill>
                  <a:srgbClr val="C7000B"/>
                </a:solidFill>
              </a:defRPr>
            </a:lvl3pPr>
            <a:lvl4pPr algn="l">
              <a:buNone/>
              <a:defRPr sz="1224" b="1">
                <a:solidFill>
                  <a:srgbClr val="C7000B"/>
                </a:solidFill>
              </a:defRPr>
            </a:lvl4pPr>
            <a:lvl5pPr algn="l">
              <a:buNone/>
              <a:defRPr sz="1224" b="1">
                <a:solidFill>
                  <a:srgbClr val="C7000B"/>
                </a:solidFill>
              </a:defRPr>
            </a:lvl5pPr>
            <a:lvl6pPr algn="l">
              <a:buNone/>
              <a:defRPr sz="1224" b="1">
                <a:solidFill>
                  <a:srgbClr val="C7000B"/>
                </a:solidFill>
              </a:defRPr>
            </a:lvl6pPr>
            <a:lvl7pPr algn="l">
              <a:buNone/>
              <a:defRPr sz="1224" b="1">
                <a:solidFill>
                  <a:srgbClr val="C7000B"/>
                </a:solidFill>
              </a:defRPr>
            </a:lvl7pPr>
            <a:lvl8pPr algn="l">
              <a:buNone/>
              <a:defRPr sz="1224" b="1">
                <a:solidFill>
                  <a:srgbClr val="C7000B"/>
                </a:solidFill>
              </a:defRPr>
            </a:lvl8pPr>
            <a:lvl9pPr algn="l">
              <a:buNone/>
              <a:defRPr sz="1224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224" b="1">
                <a:solidFill>
                  <a:srgbClr val="C7000B"/>
                </a:solidFill>
              </a:defRPr>
            </a:pPr>
            <a:r>
              <a:rPr sz="1224" b="1">
                <a:solidFill>
                  <a:srgbClr val="C7000B"/>
                </a:solidFill>
              </a:rPr>
              <a:t>按用途加工与分集</a:t>
            </a:r>
          </a:p>
        </p:txBody>
      </p:sp>
      <p:sp>
        <p:nvSpPr>
          <p:cNvPr id="224" name="版本管理，训评集隔离">
            <a:extLst xmlns:a="http://schemas.openxmlformats.org/drawingml/2006/main">
              <a:ext uri="{FF2B5EF4-FFF2-40B4-BE49-F238E27FC236}">
                <a16:creationId xmlns:a16="http://schemas.microsoft.com/office/drawing/2014/main" id="{D9AC2771-C285-469C-B29A-D0E33D5B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562856"/>
            <a:ext cx="1993392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080" b="0">
                <a:solidFill>
                  <a:srgbClr val="666666"/>
                </a:solidFill>
              </a:defRPr>
            </a:lvl1pPr>
            <a:lvl2pPr algn="l">
              <a:buNone/>
              <a:defRPr sz="1080" b="0">
                <a:solidFill>
                  <a:srgbClr val="666666"/>
                </a:solidFill>
              </a:defRPr>
            </a:lvl2pPr>
            <a:lvl3pPr algn="l">
              <a:buNone/>
              <a:defRPr sz="1080" b="0">
                <a:solidFill>
                  <a:srgbClr val="666666"/>
                </a:solidFill>
              </a:defRPr>
            </a:lvl3pPr>
            <a:lvl4pPr algn="l">
              <a:buNone/>
              <a:defRPr sz="1080" b="0">
                <a:solidFill>
                  <a:srgbClr val="666666"/>
                </a:solidFill>
              </a:defRPr>
            </a:lvl4pPr>
            <a:lvl5pPr algn="l">
              <a:buNone/>
              <a:defRPr sz="1080" b="0">
                <a:solidFill>
                  <a:srgbClr val="666666"/>
                </a:solidFill>
              </a:defRPr>
            </a:lvl5pPr>
            <a:lvl6pPr algn="l">
              <a:buNone/>
              <a:defRPr sz="1080" b="0">
                <a:solidFill>
                  <a:srgbClr val="666666"/>
                </a:solidFill>
              </a:defRPr>
            </a:lvl6pPr>
            <a:lvl7pPr algn="l">
              <a:buNone/>
              <a:defRPr sz="1080" b="0">
                <a:solidFill>
                  <a:srgbClr val="666666"/>
                </a:solidFill>
              </a:defRPr>
            </a:lvl7pPr>
            <a:lvl8pPr algn="l">
              <a:buNone/>
              <a:defRPr sz="1080" b="0">
                <a:solidFill>
                  <a:srgbClr val="666666"/>
                </a:solidFill>
              </a:defRPr>
            </a:lvl8pPr>
            <a:lvl9pPr algn="l">
              <a:buNone/>
              <a:defRPr sz="1080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080" b="0">
                <a:solidFill>
                  <a:srgbClr val="666666"/>
                </a:solidFill>
              </a:defRPr>
            </a:pPr>
            <a:r>
              <a:rPr sz="1080" b="0">
                <a:solidFill>
                  <a:srgbClr val="666666"/>
                </a:solidFill>
              </a:rPr>
              <a:t>版本管理，训评集隔离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E16E175D-44B1-4F6E-9256-0FE379B8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3456432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0F53768-1679-40C0-85B6-A2868026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3456432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2" name=""/>
          <p:cNvCxnSpPr>
            <a:stCxn xmlns:a="http://schemas.openxmlformats.org/drawingml/2006/main" id="225" idx="2"/>
            <a:endCxn xmlns:a="http://schemas.openxmlformats.org/drawingml/2006/main" id="226" idx="0"/>
          </p:cNvCxnSpPr>
          <p:nvPr/>
        </p:nvCxnSpPr>
        <p:spPr>
          <a:xfrm xmlns:a="http://schemas.openxmlformats.org/drawingml/2006/main">
            <a:off x="5733288" y="3456432"/>
            <a:ext cx="246888" cy="0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C7000B"/>
            </a:solidFill>
            <a:prstDash val="solid"/>
            <a:tailEnd type="triangle" w="sm" len="sm"/>
          </a:ln>
        </p:spPr>
      </p:cxnSp>
      <p:pic>
        <p:nvPicPr>
          <p:cNvPr id="4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22e7d24a84335"/>
          <a:stretch xmlns:a="http://schemas.openxmlformats.org/drawingml/2006/main"/>
        </p:blipFill>
        <p:spPr>
          <a:xfrm xmlns:a="http://schemas.openxmlformats.org/drawingml/2006/main">
            <a:off x="6080760" y="3346704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29" name="Agentic RL">
            <a:extLst xmlns:a="http://schemas.openxmlformats.org/drawingml/2006/main">
              <a:ext uri="{FF2B5EF4-FFF2-40B4-BE49-F238E27FC236}">
                <a16:creationId xmlns:a16="http://schemas.microsoft.com/office/drawing/2014/main" id="{C51D00FA-1514-45BE-9B59-FAA608D3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337560"/>
            <a:ext cx="1527048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368" b="1">
                <a:solidFill>
                  <a:srgbClr val="C7000B"/>
                </a:solidFill>
              </a:defRPr>
            </a:lvl1pPr>
            <a:lvl2pPr algn="l">
              <a:buNone/>
              <a:defRPr sz="1368" b="1">
                <a:solidFill>
                  <a:srgbClr val="C7000B"/>
                </a:solidFill>
              </a:defRPr>
            </a:lvl2pPr>
            <a:lvl3pPr algn="l">
              <a:buNone/>
              <a:defRPr sz="1368" b="1">
                <a:solidFill>
                  <a:srgbClr val="C7000B"/>
                </a:solidFill>
              </a:defRPr>
            </a:lvl3pPr>
            <a:lvl4pPr algn="l">
              <a:buNone/>
              <a:defRPr sz="1368" b="1">
                <a:solidFill>
                  <a:srgbClr val="C7000B"/>
                </a:solidFill>
              </a:defRPr>
            </a:lvl4pPr>
            <a:lvl5pPr algn="l">
              <a:buNone/>
              <a:defRPr sz="1368" b="1">
                <a:solidFill>
                  <a:srgbClr val="C7000B"/>
                </a:solidFill>
              </a:defRPr>
            </a:lvl5pPr>
            <a:lvl6pPr algn="l">
              <a:buNone/>
              <a:defRPr sz="1368" b="1">
                <a:solidFill>
                  <a:srgbClr val="C7000B"/>
                </a:solidFill>
              </a:defRPr>
            </a:lvl6pPr>
            <a:lvl7pPr algn="l">
              <a:buNone/>
              <a:defRPr sz="1368" b="1">
                <a:solidFill>
                  <a:srgbClr val="C7000B"/>
                </a:solidFill>
              </a:defRPr>
            </a:lvl7pPr>
            <a:lvl8pPr algn="l">
              <a:buNone/>
              <a:defRPr sz="1368" b="1">
                <a:solidFill>
                  <a:srgbClr val="C7000B"/>
                </a:solidFill>
              </a:defRPr>
            </a:lvl8pPr>
            <a:lvl9pPr algn="l">
              <a:buNone/>
              <a:defRPr sz="1368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368" b="1">
                <a:solidFill>
                  <a:srgbClr val="C7000B"/>
                </a:solidFill>
              </a:defRPr>
            </a:pPr>
            <a:r>
              <a:rPr sz="1368" b="1">
                <a:solidFill>
                  <a:srgbClr val="C7000B"/>
                </a:solidFill>
              </a:rPr>
              <a:t>Agentic RL</a:t>
            </a:r>
          </a:p>
        </p:txBody>
      </p:sp>
      <p:sp>
        <p:nvSpPr>
          <p:cNvPr id="230" name="交互轨迹、动态奖励与过程可视">
            <a:extLst xmlns:a="http://schemas.openxmlformats.org/drawingml/2006/main">
              <a:ext uri="{FF2B5EF4-FFF2-40B4-BE49-F238E27FC236}">
                <a16:creationId xmlns:a16="http://schemas.microsoft.com/office/drawing/2014/main" id="{7092D105-D710-41D9-B712-9F6C4BA8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355848"/>
            <a:ext cx="3200400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188" b="0">
                <a:solidFill>
                  <a:srgbClr val="262626"/>
                </a:solidFill>
              </a:defRPr>
            </a:lvl1pPr>
            <a:lvl2pPr algn="l">
              <a:buNone/>
              <a:defRPr sz="1188" b="0">
                <a:solidFill>
                  <a:srgbClr val="262626"/>
                </a:solidFill>
              </a:defRPr>
            </a:lvl2pPr>
            <a:lvl3pPr algn="l">
              <a:buNone/>
              <a:defRPr sz="1188" b="0">
                <a:solidFill>
                  <a:srgbClr val="262626"/>
                </a:solidFill>
              </a:defRPr>
            </a:lvl3pPr>
            <a:lvl4pPr algn="l">
              <a:buNone/>
              <a:defRPr sz="1188" b="0">
                <a:solidFill>
                  <a:srgbClr val="262626"/>
                </a:solidFill>
              </a:defRPr>
            </a:lvl4pPr>
            <a:lvl5pPr algn="l">
              <a:buNone/>
              <a:defRPr sz="1188" b="0">
                <a:solidFill>
                  <a:srgbClr val="262626"/>
                </a:solidFill>
              </a:defRPr>
            </a:lvl5pPr>
            <a:lvl6pPr algn="l">
              <a:buNone/>
              <a:defRPr sz="1188" b="0">
                <a:solidFill>
                  <a:srgbClr val="262626"/>
                </a:solidFill>
              </a:defRPr>
            </a:lvl6pPr>
            <a:lvl7pPr algn="l">
              <a:buNone/>
              <a:defRPr sz="1188" b="0">
                <a:solidFill>
                  <a:srgbClr val="262626"/>
                </a:solidFill>
              </a:defRPr>
            </a:lvl7pPr>
            <a:lvl8pPr algn="l">
              <a:buNone/>
              <a:defRPr sz="1188" b="0">
                <a:solidFill>
                  <a:srgbClr val="262626"/>
                </a:solidFill>
              </a:defRPr>
            </a:lvl8pPr>
            <a:lvl9pPr algn="l">
              <a:buNone/>
              <a:defRPr sz="1188" b="0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188" b="0">
                <a:solidFill>
                  <a:srgbClr val="262626"/>
                </a:solidFill>
              </a:defRPr>
            </a:pPr>
            <a:r>
              <a:rPr sz="1188" b="0">
                <a:solidFill>
                  <a:srgbClr val="262626"/>
                </a:solidFill>
              </a:rPr>
              <a:t>交互轨迹、动态奖励与过程可视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A2D931F0-ABD1-4006-8A8A-E1A9F40C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30168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BA2B075-22E2-4E39-98C0-9BFBEC82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984" y="3630168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8" name=""/>
          <p:cNvCxnSpPr>
            <a:stCxn xmlns:a="http://schemas.openxmlformats.org/drawingml/2006/main" id="231" idx="2"/>
            <a:endCxn xmlns:a="http://schemas.openxmlformats.org/drawingml/2006/main" id="232" idx="0"/>
          </p:cNvCxnSpPr>
          <p:nvPr/>
        </p:nvCxnSpPr>
        <p:spPr>
          <a:xfrm xmlns:a="http://schemas.openxmlformats.org/drawingml/2006/main">
            <a:off x="6080760" y="3630168"/>
            <a:ext cx="5221224" cy="0"/>
          </a:xfrm>
          <a:prstGeom xmlns:a="http://schemas.openxmlformats.org/drawingml/2006/main" prst="straightConnector1">
            <a:avLst/>
          </a:prstGeom>
          <a:ln xmlns:a="http://schemas.openxmlformats.org/drawingml/2006/main" w="5944">
            <a:solidFill>
              <a:srgbClr val="D9D9D9"/>
            </a:solidFill>
            <a:prstDash val="solid"/>
            <a:tailEnd type="none" w="med" len="med"/>
          </a:ln>
        </p:spPr>
      </p:cxn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02F1834-B5CA-4767-864A-E900AB9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3785616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4B70859-2831-46FF-AEF8-4EE40907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3785616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1" name=""/>
          <p:cNvCxnSpPr>
            <a:stCxn xmlns:a="http://schemas.openxmlformats.org/drawingml/2006/main" id="234" idx="2"/>
            <a:endCxn xmlns:a="http://schemas.openxmlformats.org/drawingml/2006/main" id="235" idx="0"/>
          </p:cNvCxnSpPr>
          <p:nvPr/>
        </p:nvCxnSpPr>
        <p:spPr>
          <a:xfrm xmlns:a="http://schemas.openxmlformats.org/drawingml/2006/main">
            <a:off x="5733288" y="3785616"/>
            <a:ext cx="246888" cy="0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C7000B"/>
            </a:solidFill>
            <a:prstDash val="solid"/>
            <a:tailEnd type="triangle" w="sm" len="sm"/>
          </a:ln>
        </p:spPr>
      </p:cxnSp>
      <p:pic>
        <p:nvPicPr>
          <p:cNvPr id="4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269f102184e96"/>
          <a:stretch xmlns:a="http://schemas.openxmlformats.org/drawingml/2006/main"/>
        </p:blipFill>
        <p:spPr>
          <a:xfrm xmlns:a="http://schemas.openxmlformats.org/drawingml/2006/main">
            <a:off x="6080760" y="367588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8" name="评测">
            <a:extLst xmlns:a="http://schemas.openxmlformats.org/drawingml/2006/main">
              <a:ext uri="{FF2B5EF4-FFF2-40B4-BE49-F238E27FC236}">
                <a16:creationId xmlns:a16="http://schemas.microsoft.com/office/drawing/2014/main" id="{B5DD7DD7-4740-4811-8EF8-38373E92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666744"/>
            <a:ext cx="1527048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368" b="1">
                <a:solidFill>
                  <a:srgbClr val="C7000B"/>
                </a:solidFill>
              </a:defRPr>
            </a:lvl1pPr>
            <a:lvl2pPr algn="l">
              <a:buNone/>
              <a:defRPr sz="1368" b="1">
                <a:solidFill>
                  <a:srgbClr val="C7000B"/>
                </a:solidFill>
              </a:defRPr>
            </a:lvl2pPr>
            <a:lvl3pPr algn="l">
              <a:buNone/>
              <a:defRPr sz="1368" b="1">
                <a:solidFill>
                  <a:srgbClr val="C7000B"/>
                </a:solidFill>
              </a:defRPr>
            </a:lvl3pPr>
            <a:lvl4pPr algn="l">
              <a:buNone/>
              <a:defRPr sz="1368" b="1">
                <a:solidFill>
                  <a:srgbClr val="C7000B"/>
                </a:solidFill>
              </a:defRPr>
            </a:lvl4pPr>
            <a:lvl5pPr algn="l">
              <a:buNone/>
              <a:defRPr sz="1368" b="1">
                <a:solidFill>
                  <a:srgbClr val="C7000B"/>
                </a:solidFill>
              </a:defRPr>
            </a:lvl5pPr>
            <a:lvl6pPr algn="l">
              <a:buNone/>
              <a:defRPr sz="1368" b="1">
                <a:solidFill>
                  <a:srgbClr val="C7000B"/>
                </a:solidFill>
              </a:defRPr>
            </a:lvl6pPr>
            <a:lvl7pPr algn="l">
              <a:buNone/>
              <a:defRPr sz="1368" b="1">
                <a:solidFill>
                  <a:srgbClr val="C7000B"/>
                </a:solidFill>
              </a:defRPr>
            </a:lvl7pPr>
            <a:lvl8pPr algn="l">
              <a:buNone/>
              <a:defRPr sz="1368" b="1">
                <a:solidFill>
                  <a:srgbClr val="C7000B"/>
                </a:solidFill>
              </a:defRPr>
            </a:lvl8pPr>
            <a:lvl9pPr algn="l">
              <a:buNone/>
              <a:defRPr sz="1368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368" b="1">
                <a:solidFill>
                  <a:srgbClr val="C7000B"/>
                </a:solidFill>
              </a:defRPr>
            </a:pPr>
            <a:r>
              <a:rPr sz="1368" b="1">
                <a:solidFill>
                  <a:srgbClr val="C7000B"/>
                </a:solidFill>
              </a:rPr>
              <a:t>评测</a:t>
            </a:r>
          </a:p>
        </p:txBody>
      </p:sp>
      <p:sp>
        <p:nvSpPr>
          <p:cNvPr id="239" name="独立评测集、场景回放与效果诊断">
            <a:extLst xmlns:a="http://schemas.openxmlformats.org/drawingml/2006/main">
              <a:ext uri="{FF2B5EF4-FFF2-40B4-BE49-F238E27FC236}">
                <a16:creationId xmlns:a16="http://schemas.microsoft.com/office/drawing/2014/main" id="{7F38ED5C-51B2-4067-BED0-5973D73E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3685032"/>
            <a:ext cx="3200400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188" b="0">
                <a:solidFill>
                  <a:srgbClr val="262626"/>
                </a:solidFill>
              </a:defRPr>
            </a:lvl1pPr>
            <a:lvl2pPr algn="l">
              <a:buNone/>
              <a:defRPr sz="1188" b="0">
                <a:solidFill>
                  <a:srgbClr val="262626"/>
                </a:solidFill>
              </a:defRPr>
            </a:lvl2pPr>
            <a:lvl3pPr algn="l">
              <a:buNone/>
              <a:defRPr sz="1188" b="0">
                <a:solidFill>
                  <a:srgbClr val="262626"/>
                </a:solidFill>
              </a:defRPr>
            </a:lvl3pPr>
            <a:lvl4pPr algn="l">
              <a:buNone/>
              <a:defRPr sz="1188" b="0">
                <a:solidFill>
                  <a:srgbClr val="262626"/>
                </a:solidFill>
              </a:defRPr>
            </a:lvl4pPr>
            <a:lvl5pPr algn="l">
              <a:buNone/>
              <a:defRPr sz="1188" b="0">
                <a:solidFill>
                  <a:srgbClr val="262626"/>
                </a:solidFill>
              </a:defRPr>
            </a:lvl5pPr>
            <a:lvl6pPr algn="l">
              <a:buNone/>
              <a:defRPr sz="1188" b="0">
                <a:solidFill>
                  <a:srgbClr val="262626"/>
                </a:solidFill>
              </a:defRPr>
            </a:lvl6pPr>
            <a:lvl7pPr algn="l">
              <a:buNone/>
              <a:defRPr sz="1188" b="0">
                <a:solidFill>
                  <a:srgbClr val="262626"/>
                </a:solidFill>
              </a:defRPr>
            </a:lvl7pPr>
            <a:lvl8pPr algn="l">
              <a:buNone/>
              <a:defRPr sz="1188" b="0">
                <a:solidFill>
                  <a:srgbClr val="262626"/>
                </a:solidFill>
              </a:defRPr>
            </a:lvl8pPr>
            <a:lvl9pPr algn="l">
              <a:buNone/>
              <a:defRPr sz="1188" b="0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188" b="0">
                <a:solidFill>
                  <a:srgbClr val="262626"/>
                </a:solidFill>
              </a:defRPr>
            </a:pPr>
            <a:r>
              <a:rPr sz="1188" b="0">
                <a:solidFill>
                  <a:srgbClr val="262626"/>
                </a:solidFill>
              </a:rPr>
              <a:t>独立评测集、场景回放与效果诊断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C9E5FCC-656A-48F0-9B30-228B3C16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959352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B2B974F5-858A-4E72-8CA8-289FCF4B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984" y="3959352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7" name=""/>
          <p:cNvCxnSpPr>
            <a:stCxn xmlns:a="http://schemas.openxmlformats.org/drawingml/2006/main" id="240" idx="2"/>
            <a:endCxn xmlns:a="http://schemas.openxmlformats.org/drawingml/2006/main" id="241" idx="0"/>
          </p:cNvCxnSpPr>
          <p:nvPr/>
        </p:nvCxnSpPr>
        <p:spPr>
          <a:xfrm xmlns:a="http://schemas.openxmlformats.org/drawingml/2006/main">
            <a:off x="6080760" y="3959352"/>
            <a:ext cx="5221224" cy="0"/>
          </a:xfrm>
          <a:prstGeom xmlns:a="http://schemas.openxmlformats.org/drawingml/2006/main" prst="straightConnector1">
            <a:avLst/>
          </a:prstGeom>
          <a:ln xmlns:a="http://schemas.openxmlformats.org/drawingml/2006/main" w="5944">
            <a:solidFill>
              <a:srgbClr val="D9D9D9"/>
            </a:solidFill>
            <a:prstDash val="solid"/>
            <a:tailEnd type="none" w="med" len="med"/>
          </a:ln>
        </p:spPr>
      </p:cxn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F8BEC26-AB26-4EC0-8586-DDC9074A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411480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8710038-542A-47EC-AAA2-C12E5EEA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411480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0" name=""/>
          <p:cNvCxnSpPr>
            <a:stCxn xmlns:a="http://schemas.openxmlformats.org/drawingml/2006/main" id="243" idx="2"/>
            <a:endCxn xmlns:a="http://schemas.openxmlformats.org/drawingml/2006/main" id="244" idx="0"/>
          </p:cNvCxnSpPr>
          <p:nvPr/>
        </p:nvCxnSpPr>
        <p:spPr>
          <a:xfrm xmlns:a="http://schemas.openxmlformats.org/drawingml/2006/main">
            <a:off x="5733288" y="4114800"/>
            <a:ext cx="246888" cy="0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C7000B"/>
            </a:solidFill>
            <a:prstDash val="solid"/>
            <a:tailEnd type="triangle" w="sm" len="sm"/>
          </a:ln>
        </p:spPr>
      </p:cxnSp>
      <p:pic>
        <p:nvPicPr>
          <p:cNvPr id="4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480f81b141ab"/>
          <a:stretch xmlns:a="http://schemas.openxmlformats.org/drawingml/2006/main"/>
        </p:blipFill>
        <p:spPr>
          <a:xfrm xmlns:a="http://schemas.openxmlformats.org/drawingml/2006/main">
            <a:off x="6080760" y="400507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7" name="SFT数据供给">
            <a:extLst xmlns:a="http://schemas.openxmlformats.org/drawingml/2006/main">
              <a:ext uri="{FF2B5EF4-FFF2-40B4-BE49-F238E27FC236}">
                <a16:creationId xmlns:a16="http://schemas.microsoft.com/office/drawing/2014/main" id="{8CE526DA-E81A-43F6-9A6D-F1E30A8A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95928"/>
            <a:ext cx="1527048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368" b="1">
                <a:solidFill>
                  <a:srgbClr val="C7000B"/>
                </a:solidFill>
              </a:defRPr>
            </a:lvl1pPr>
            <a:lvl2pPr algn="l">
              <a:buNone/>
              <a:defRPr sz="1368" b="1">
                <a:solidFill>
                  <a:srgbClr val="C7000B"/>
                </a:solidFill>
              </a:defRPr>
            </a:lvl2pPr>
            <a:lvl3pPr algn="l">
              <a:buNone/>
              <a:defRPr sz="1368" b="1">
                <a:solidFill>
                  <a:srgbClr val="C7000B"/>
                </a:solidFill>
              </a:defRPr>
            </a:lvl3pPr>
            <a:lvl4pPr algn="l">
              <a:buNone/>
              <a:defRPr sz="1368" b="1">
                <a:solidFill>
                  <a:srgbClr val="C7000B"/>
                </a:solidFill>
              </a:defRPr>
            </a:lvl4pPr>
            <a:lvl5pPr algn="l">
              <a:buNone/>
              <a:defRPr sz="1368" b="1">
                <a:solidFill>
                  <a:srgbClr val="C7000B"/>
                </a:solidFill>
              </a:defRPr>
            </a:lvl5pPr>
            <a:lvl6pPr algn="l">
              <a:buNone/>
              <a:defRPr sz="1368" b="1">
                <a:solidFill>
                  <a:srgbClr val="C7000B"/>
                </a:solidFill>
              </a:defRPr>
            </a:lvl6pPr>
            <a:lvl7pPr algn="l">
              <a:buNone/>
              <a:defRPr sz="1368" b="1">
                <a:solidFill>
                  <a:srgbClr val="C7000B"/>
                </a:solidFill>
              </a:defRPr>
            </a:lvl7pPr>
            <a:lvl8pPr algn="l">
              <a:buNone/>
              <a:defRPr sz="1368" b="1">
                <a:solidFill>
                  <a:srgbClr val="C7000B"/>
                </a:solidFill>
              </a:defRPr>
            </a:lvl8pPr>
            <a:lvl9pPr algn="l">
              <a:buNone/>
              <a:defRPr sz="1368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368" b="1">
                <a:solidFill>
                  <a:srgbClr val="C7000B"/>
                </a:solidFill>
              </a:defRPr>
            </a:pPr>
            <a:r>
              <a:rPr sz="1368" b="1">
                <a:solidFill>
                  <a:srgbClr val="C7000B"/>
                </a:solidFill>
              </a:rPr>
              <a:t>SFT数据供给</a:t>
            </a:r>
          </a:p>
        </p:txBody>
      </p:sp>
      <p:sp>
        <p:nvSpPr>
          <p:cNvPr id="248" name="指令应答与优质示范轨迹">
            <a:extLst xmlns:a="http://schemas.openxmlformats.org/drawingml/2006/main">
              <a:ext uri="{FF2B5EF4-FFF2-40B4-BE49-F238E27FC236}">
                <a16:creationId xmlns:a16="http://schemas.microsoft.com/office/drawing/2014/main" id="{C09B757C-00CB-426F-8909-4E9D9199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4014216"/>
            <a:ext cx="3200400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188" b="0">
                <a:solidFill>
                  <a:srgbClr val="262626"/>
                </a:solidFill>
              </a:defRPr>
            </a:lvl1pPr>
            <a:lvl2pPr algn="l">
              <a:buNone/>
              <a:defRPr sz="1188" b="0">
                <a:solidFill>
                  <a:srgbClr val="262626"/>
                </a:solidFill>
              </a:defRPr>
            </a:lvl2pPr>
            <a:lvl3pPr algn="l">
              <a:buNone/>
              <a:defRPr sz="1188" b="0">
                <a:solidFill>
                  <a:srgbClr val="262626"/>
                </a:solidFill>
              </a:defRPr>
            </a:lvl3pPr>
            <a:lvl4pPr algn="l">
              <a:buNone/>
              <a:defRPr sz="1188" b="0">
                <a:solidFill>
                  <a:srgbClr val="262626"/>
                </a:solidFill>
              </a:defRPr>
            </a:lvl4pPr>
            <a:lvl5pPr algn="l">
              <a:buNone/>
              <a:defRPr sz="1188" b="0">
                <a:solidFill>
                  <a:srgbClr val="262626"/>
                </a:solidFill>
              </a:defRPr>
            </a:lvl5pPr>
            <a:lvl6pPr algn="l">
              <a:buNone/>
              <a:defRPr sz="1188" b="0">
                <a:solidFill>
                  <a:srgbClr val="262626"/>
                </a:solidFill>
              </a:defRPr>
            </a:lvl6pPr>
            <a:lvl7pPr algn="l">
              <a:buNone/>
              <a:defRPr sz="1188" b="0">
                <a:solidFill>
                  <a:srgbClr val="262626"/>
                </a:solidFill>
              </a:defRPr>
            </a:lvl7pPr>
            <a:lvl8pPr algn="l">
              <a:buNone/>
              <a:defRPr sz="1188" b="0">
                <a:solidFill>
                  <a:srgbClr val="262626"/>
                </a:solidFill>
              </a:defRPr>
            </a:lvl8pPr>
            <a:lvl9pPr algn="l">
              <a:buNone/>
              <a:defRPr sz="1188" b="0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188" b="0">
                <a:solidFill>
                  <a:srgbClr val="262626"/>
                </a:solidFill>
              </a:defRPr>
            </a:pPr>
            <a:r>
              <a:rPr sz="1188" b="0">
                <a:solidFill>
                  <a:srgbClr val="262626"/>
                </a:solidFill>
              </a:rPr>
              <a:t>指令应答与优质示范轨迹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9B81A25-7E49-4A73-928A-A004845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88536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2020A027-60A7-41DD-8850-0FFB114A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984" y="4288536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6" name=""/>
          <p:cNvCxnSpPr>
            <a:stCxn xmlns:a="http://schemas.openxmlformats.org/drawingml/2006/main" id="249" idx="2"/>
            <a:endCxn xmlns:a="http://schemas.openxmlformats.org/drawingml/2006/main" id="250" idx="0"/>
          </p:cNvCxnSpPr>
          <p:nvPr/>
        </p:nvCxnSpPr>
        <p:spPr>
          <a:xfrm xmlns:a="http://schemas.openxmlformats.org/drawingml/2006/main">
            <a:off x="6080760" y="4288536"/>
            <a:ext cx="5221224" cy="0"/>
          </a:xfrm>
          <a:prstGeom xmlns:a="http://schemas.openxmlformats.org/drawingml/2006/main" prst="straightConnector1">
            <a:avLst/>
          </a:prstGeom>
          <a:ln xmlns:a="http://schemas.openxmlformats.org/drawingml/2006/main" w="5944">
            <a:solidFill>
              <a:srgbClr val="D9D9D9"/>
            </a:solidFill>
            <a:prstDash val="solid"/>
            <a:tailEnd type="none" w="med" len="med"/>
          </a:ln>
        </p:spPr>
      </p:cxn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780BE3A-8574-49E9-ADCA-226EDF9A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4443984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F2E9C32-AC81-46E1-AD50-F84102D8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4443984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9" name=""/>
          <p:cNvCxnSpPr>
            <a:stCxn xmlns:a="http://schemas.openxmlformats.org/drawingml/2006/main" id="252" idx="2"/>
            <a:endCxn xmlns:a="http://schemas.openxmlformats.org/drawingml/2006/main" id="253" idx="0"/>
          </p:cNvCxnSpPr>
          <p:nvPr/>
        </p:nvCxnSpPr>
        <p:spPr>
          <a:xfrm xmlns:a="http://schemas.openxmlformats.org/drawingml/2006/main">
            <a:off x="5733288" y="4443984"/>
            <a:ext cx="246888" cy="0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C7000B"/>
            </a:solidFill>
            <a:prstDash val="solid"/>
            <a:tailEnd type="triangle" w="sm" len="sm"/>
          </a:ln>
        </p:spPr>
      </p:cxnSp>
      <p:pic>
        <p:nvPicPr>
          <p:cNvPr id="4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120e265564cf9"/>
          <a:stretch xmlns:a="http://schemas.openxmlformats.org/drawingml/2006/main"/>
        </p:blipFill>
        <p:spPr>
          <a:xfrm xmlns:a="http://schemas.openxmlformats.org/drawingml/2006/main">
            <a:off x="6080760" y="433425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6" name="CPT数据供给">
            <a:extLst xmlns:a="http://schemas.openxmlformats.org/drawingml/2006/main">
              <a:ext uri="{FF2B5EF4-FFF2-40B4-BE49-F238E27FC236}">
                <a16:creationId xmlns:a16="http://schemas.microsoft.com/office/drawing/2014/main" id="{429E0B93-A9A4-4EF1-B7D5-7050AB5A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325112"/>
            <a:ext cx="1527048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368" b="1">
                <a:solidFill>
                  <a:srgbClr val="C7000B"/>
                </a:solidFill>
              </a:defRPr>
            </a:lvl1pPr>
            <a:lvl2pPr algn="l">
              <a:buNone/>
              <a:defRPr sz="1368" b="1">
                <a:solidFill>
                  <a:srgbClr val="C7000B"/>
                </a:solidFill>
              </a:defRPr>
            </a:lvl2pPr>
            <a:lvl3pPr algn="l">
              <a:buNone/>
              <a:defRPr sz="1368" b="1">
                <a:solidFill>
                  <a:srgbClr val="C7000B"/>
                </a:solidFill>
              </a:defRPr>
            </a:lvl3pPr>
            <a:lvl4pPr algn="l">
              <a:buNone/>
              <a:defRPr sz="1368" b="1">
                <a:solidFill>
                  <a:srgbClr val="C7000B"/>
                </a:solidFill>
              </a:defRPr>
            </a:lvl4pPr>
            <a:lvl5pPr algn="l">
              <a:buNone/>
              <a:defRPr sz="1368" b="1">
                <a:solidFill>
                  <a:srgbClr val="C7000B"/>
                </a:solidFill>
              </a:defRPr>
            </a:lvl5pPr>
            <a:lvl6pPr algn="l">
              <a:buNone/>
              <a:defRPr sz="1368" b="1">
                <a:solidFill>
                  <a:srgbClr val="C7000B"/>
                </a:solidFill>
              </a:defRPr>
            </a:lvl6pPr>
            <a:lvl7pPr algn="l">
              <a:buNone/>
              <a:defRPr sz="1368" b="1">
                <a:solidFill>
                  <a:srgbClr val="C7000B"/>
                </a:solidFill>
              </a:defRPr>
            </a:lvl7pPr>
            <a:lvl8pPr algn="l">
              <a:buNone/>
              <a:defRPr sz="1368" b="1">
                <a:solidFill>
                  <a:srgbClr val="C7000B"/>
                </a:solidFill>
              </a:defRPr>
            </a:lvl8pPr>
            <a:lvl9pPr algn="l">
              <a:buNone/>
              <a:defRPr sz="1368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368" b="1">
                <a:solidFill>
                  <a:srgbClr val="C7000B"/>
                </a:solidFill>
              </a:defRPr>
            </a:pPr>
            <a:r>
              <a:rPr sz="1368" b="1">
                <a:solidFill>
                  <a:srgbClr val="C7000B"/>
                </a:solidFill>
              </a:rPr>
              <a:t>CPT数据供给</a:t>
            </a:r>
          </a:p>
        </p:txBody>
      </p:sp>
      <p:sp>
        <p:nvSpPr>
          <p:cNvPr id="257" name="适配后的领域多模语料">
            <a:extLst xmlns:a="http://schemas.openxmlformats.org/drawingml/2006/main">
              <a:ext uri="{FF2B5EF4-FFF2-40B4-BE49-F238E27FC236}">
                <a16:creationId xmlns:a16="http://schemas.microsoft.com/office/drawing/2014/main" id="{74218D73-36E6-45AF-9985-057112D5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4343400"/>
            <a:ext cx="3200400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188" b="0">
                <a:solidFill>
                  <a:srgbClr val="262626"/>
                </a:solidFill>
              </a:defRPr>
            </a:lvl1pPr>
            <a:lvl2pPr algn="l">
              <a:buNone/>
              <a:defRPr sz="1188" b="0">
                <a:solidFill>
                  <a:srgbClr val="262626"/>
                </a:solidFill>
              </a:defRPr>
            </a:lvl2pPr>
            <a:lvl3pPr algn="l">
              <a:buNone/>
              <a:defRPr sz="1188" b="0">
                <a:solidFill>
                  <a:srgbClr val="262626"/>
                </a:solidFill>
              </a:defRPr>
            </a:lvl3pPr>
            <a:lvl4pPr algn="l">
              <a:buNone/>
              <a:defRPr sz="1188" b="0">
                <a:solidFill>
                  <a:srgbClr val="262626"/>
                </a:solidFill>
              </a:defRPr>
            </a:lvl4pPr>
            <a:lvl5pPr algn="l">
              <a:buNone/>
              <a:defRPr sz="1188" b="0">
                <a:solidFill>
                  <a:srgbClr val="262626"/>
                </a:solidFill>
              </a:defRPr>
            </a:lvl5pPr>
            <a:lvl6pPr algn="l">
              <a:buNone/>
              <a:defRPr sz="1188" b="0">
                <a:solidFill>
                  <a:srgbClr val="262626"/>
                </a:solidFill>
              </a:defRPr>
            </a:lvl6pPr>
            <a:lvl7pPr algn="l">
              <a:buNone/>
              <a:defRPr sz="1188" b="0">
                <a:solidFill>
                  <a:srgbClr val="262626"/>
                </a:solidFill>
              </a:defRPr>
            </a:lvl7pPr>
            <a:lvl8pPr algn="l">
              <a:buNone/>
              <a:defRPr sz="1188" b="0">
                <a:solidFill>
                  <a:srgbClr val="262626"/>
                </a:solidFill>
              </a:defRPr>
            </a:lvl8pPr>
            <a:lvl9pPr algn="l">
              <a:buNone/>
              <a:defRPr sz="1188" b="0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188" b="0">
                <a:solidFill>
                  <a:srgbClr val="262626"/>
                </a:solidFill>
              </a:defRPr>
            </a:pPr>
            <a:r>
              <a:rPr sz="1188" b="0">
                <a:solidFill>
                  <a:srgbClr val="262626"/>
                </a:solidFill>
              </a:rPr>
              <a:t>适配后的领域多模语料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643383C-A726-45BB-BFE9-0EBC9268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61772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03CE9CD-0AF3-4F54-919A-92A5E399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1984" y="461772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5" name=""/>
          <p:cNvCxnSpPr>
            <a:stCxn xmlns:a="http://schemas.openxmlformats.org/drawingml/2006/main" id="258" idx="2"/>
            <a:endCxn xmlns:a="http://schemas.openxmlformats.org/drawingml/2006/main" id="259" idx="0"/>
          </p:cNvCxnSpPr>
          <p:nvPr/>
        </p:nvCxnSpPr>
        <p:spPr>
          <a:xfrm xmlns:a="http://schemas.openxmlformats.org/drawingml/2006/main">
            <a:off x="6080760" y="4617720"/>
            <a:ext cx="5221224" cy="0"/>
          </a:xfrm>
          <a:prstGeom xmlns:a="http://schemas.openxmlformats.org/drawingml/2006/main" prst="straightConnector1">
            <a:avLst/>
          </a:prstGeom>
          <a:ln xmlns:a="http://schemas.openxmlformats.org/drawingml/2006/main" w="5944">
            <a:solidFill>
              <a:srgbClr val="D9D9D9"/>
            </a:solidFill>
            <a:prstDash val="solid"/>
            <a:tailEnd type="none" w="med" len="med"/>
          </a:ln>
        </p:spPr>
      </p:cxn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2A31914-630F-4D5B-973E-963E443F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4773168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5DF907D-A1CD-49E6-9675-F9BBB7CF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176" y="4773168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8" name=""/>
          <p:cNvCxnSpPr>
            <a:stCxn xmlns:a="http://schemas.openxmlformats.org/drawingml/2006/main" id="261" idx="2"/>
            <a:endCxn xmlns:a="http://schemas.openxmlformats.org/drawingml/2006/main" id="262" idx="0"/>
          </p:cNvCxnSpPr>
          <p:nvPr/>
        </p:nvCxnSpPr>
        <p:spPr>
          <a:xfrm xmlns:a="http://schemas.openxmlformats.org/drawingml/2006/main">
            <a:off x="5733288" y="4773168"/>
            <a:ext cx="246888" cy="0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C7000B"/>
            </a:solidFill>
            <a:prstDash val="solid"/>
            <a:tailEnd type="triangle" w="sm" len="sm"/>
          </a:ln>
        </p:spPr>
      </p:cxnSp>
      <p:pic>
        <p:nvPicPr>
          <p:cNvPr id="4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36a568a68418f"/>
          <a:stretch xmlns:a="http://schemas.openxmlformats.org/drawingml/2006/main"/>
        </p:blipFill>
        <p:spPr>
          <a:xfrm xmlns:a="http://schemas.openxmlformats.org/drawingml/2006/main">
            <a:off x="6080760" y="466344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5" name="可运营报表">
            <a:extLst xmlns:a="http://schemas.openxmlformats.org/drawingml/2006/main">
              <a:ext uri="{FF2B5EF4-FFF2-40B4-BE49-F238E27FC236}">
                <a16:creationId xmlns:a16="http://schemas.microsoft.com/office/drawing/2014/main" id="{FA75168D-ED3A-4E82-88B7-5A49E513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654296"/>
            <a:ext cx="1527048" cy="2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368" b="1">
                <a:solidFill>
                  <a:srgbClr val="C7000B"/>
                </a:solidFill>
              </a:defRPr>
            </a:lvl1pPr>
            <a:lvl2pPr algn="l">
              <a:buNone/>
              <a:defRPr sz="1368" b="1">
                <a:solidFill>
                  <a:srgbClr val="C7000B"/>
                </a:solidFill>
              </a:defRPr>
            </a:lvl2pPr>
            <a:lvl3pPr algn="l">
              <a:buNone/>
              <a:defRPr sz="1368" b="1">
                <a:solidFill>
                  <a:srgbClr val="C7000B"/>
                </a:solidFill>
              </a:defRPr>
            </a:lvl3pPr>
            <a:lvl4pPr algn="l">
              <a:buNone/>
              <a:defRPr sz="1368" b="1">
                <a:solidFill>
                  <a:srgbClr val="C7000B"/>
                </a:solidFill>
              </a:defRPr>
            </a:lvl4pPr>
            <a:lvl5pPr algn="l">
              <a:buNone/>
              <a:defRPr sz="1368" b="1">
                <a:solidFill>
                  <a:srgbClr val="C7000B"/>
                </a:solidFill>
              </a:defRPr>
            </a:lvl5pPr>
            <a:lvl6pPr algn="l">
              <a:buNone/>
              <a:defRPr sz="1368" b="1">
                <a:solidFill>
                  <a:srgbClr val="C7000B"/>
                </a:solidFill>
              </a:defRPr>
            </a:lvl6pPr>
            <a:lvl7pPr algn="l">
              <a:buNone/>
              <a:defRPr sz="1368" b="1">
                <a:solidFill>
                  <a:srgbClr val="C7000B"/>
                </a:solidFill>
              </a:defRPr>
            </a:lvl7pPr>
            <a:lvl8pPr algn="l">
              <a:buNone/>
              <a:defRPr sz="1368" b="1">
                <a:solidFill>
                  <a:srgbClr val="C7000B"/>
                </a:solidFill>
              </a:defRPr>
            </a:lvl8pPr>
            <a:lvl9pPr algn="l">
              <a:buNone/>
              <a:defRPr sz="1368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368" b="1">
                <a:solidFill>
                  <a:srgbClr val="C7000B"/>
                </a:solidFill>
              </a:defRPr>
            </a:pPr>
            <a:r>
              <a:rPr sz="1368" b="1">
                <a:solidFill>
                  <a:srgbClr val="C7000B"/>
                </a:solidFill>
              </a:rPr>
              <a:t>可运营报表</a:t>
            </a:r>
          </a:p>
        </p:txBody>
      </p:sp>
      <p:sp>
        <p:nvSpPr>
          <p:cNvPr id="266" name="资产、作业与运行统计分析">
            <a:extLst xmlns:a="http://schemas.openxmlformats.org/drawingml/2006/main">
              <a:ext uri="{FF2B5EF4-FFF2-40B4-BE49-F238E27FC236}">
                <a16:creationId xmlns:a16="http://schemas.microsoft.com/office/drawing/2014/main" id="{644810A0-0089-4A36-AFB2-AB990FFF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4672584"/>
            <a:ext cx="3200400" cy="226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188" b="0">
                <a:solidFill>
                  <a:srgbClr val="262626"/>
                </a:solidFill>
              </a:defRPr>
            </a:lvl1pPr>
            <a:lvl2pPr algn="l">
              <a:buNone/>
              <a:defRPr sz="1188" b="0">
                <a:solidFill>
                  <a:srgbClr val="262626"/>
                </a:solidFill>
              </a:defRPr>
            </a:lvl2pPr>
            <a:lvl3pPr algn="l">
              <a:buNone/>
              <a:defRPr sz="1188" b="0">
                <a:solidFill>
                  <a:srgbClr val="262626"/>
                </a:solidFill>
              </a:defRPr>
            </a:lvl3pPr>
            <a:lvl4pPr algn="l">
              <a:buNone/>
              <a:defRPr sz="1188" b="0">
                <a:solidFill>
                  <a:srgbClr val="262626"/>
                </a:solidFill>
              </a:defRPr>
            </a:lvl4pPr>
            <a:lvl5pPr algn="l">
              <a:buNone/>
              <a:defRPr sz="1188" b="0">
                <a:solidFill>
                  <a:srgbClr val="262626"/>
                </a:solidFill>
              </a:defRPr>
            </a:lvl5pPr>
            <a:lvl6pPr algn="l">
              <a:buNone/>
              <a:defRPr sz="1188" b="0">
                <a:solidFill>
                  <a:srgbClr val="262626"/>
                </a:solidFill>
              </a:defRPr>
            </a:lvl6pPr>
            <a:lvl7pPr algn="l">
              <a:buNone/>
              <a:defRPr sz="1188" b="0">
                <a:solidFill>
                  <a:srgbClr val="262626"/>
                </a:solidFill>
              </a:defRPr>
            </a:lvl7pPr>
            <a:lvl8pPr algn="l">
              <a:buNone/>
              <a:defRPr sz="1188" b="0">
                <a:solidFill>
                  <a:srgbClr val="262626"/>
                </a:solidFill>
              </a:defRPr>
            </a:lvl8pPr>
            <a:lvl9pPr algn="l">
              <a:buNone/>
              <a:defRPr sz="1188" b="0">
                <a:solidFill>
                  <a:srgbClr val="262626"/>
                </a:solidFill>
              </a:defRPr>
            </a:lvl9pPr>
          </a:lstStyle>
          <a:p xmlns:a="http://schemas.openxmlformats.org/drawingml/2006/main">
            <a:pPr algn="l">
              <a:buNone/>
              <a:defRPr sz="1188" b="0">
                <a:solidFill>
                  <a:srgbClr val="262626"/>
                </a:solidFill>
              </a:defRPr>
            </a:pPr>
            <a:r>
              <a:rPr sz="1188" b="0">
                <a:solidFill>
                  <a:srgbClr val="262626"/>
                </a:solidFill>
              </a:rPr>
              <a:t>资产、作业与运行统计分析</a:t>
            </a:r>
          </a:p>
        </p:txBody>
      </p:sp>
      <p:pic>
        <p:nvPicPr>
          <p:cNvPr id="4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99ffb03e248e0"/>
          <a:stretch xmlns:a="http://schemas.openxmlformats.org/drawingml/2006/main"/>
        </p:blipFill>
        <p:spPr>
          <a:xfrm xmlns:a="http://schemas.openxmlformats.org/drawingml/2006/main">
            <a:off x="11704320" y="333756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8" name="数据与轨迹包">
            <a:extLst xmlns:a="http://schemas.openxmlformats.org/drawingml/2006/main">
              <a:ext uri="{FF2B5EF4-FFF2-40B4-BE49-F238E27FC236}">
                <a16:creationId xmlns:a16="http://schemas.microsoft.com/office/drawing/2014/main" id="{F20F9335-9F83-4CE9-8593-538DD77D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2648" y="3328416"/>
            <a:ext cx="214884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296" b="1">
                <a:solidFill>
                  <a:srgbClr val="C7000B"/>
                </a:solidFill>
              </a:defRPr>
            </a:lvl1pPr>
            <a:lvl2pPr algn="l">
              <a:buNone/>
              <a:defRPr sz="1296" b="1">
                <a:solidFill>
                  <a:srgbClr val="C7000B"/>
                </a:solidFill>
              </a:defRPr>
            </a:lvl2pPr>
            <a:lvl3pPr algn="l">
              <a:buNone/>
              <a:defRPr sz="1296" b="1">
                <a:solidFill>
                  <a:srgbClr val="C7000B"/>
                </a:solidFill>
              </a:defRPr>
            </a:lvl3pPr>
            <a:lvl4pPr algn="l">
              <a:buNone/>
              <a:defRPr sz="1296" b="1">
                <a:solidFill>
                  <a:srgbClr val="C7000B"/>
                </a:solidFill>
              </a:defRPr>
            </a:lvl4pPr>
            <a:lvl5pPr algn="l">
              <a:buNone/>
              <a:defRPr sz="1296" b="1">
                <a:solidFill>
                  <a:srgbClr val="C7000B"/>
                </a:solidFill>
              </a:defRPr>
            </a:lvl5pPr>
            <a:lvl6pPr algn="l">
              <a:buNone/>
              <a:defRPr sz="1296" b="1">
                <a:solidFill>
                  <a:srgbClr val="C7000B"/>
                </a:solidFill>
              </a:defRPr>
            </a:lvl6pPr>
            <a:lvl7pPr algn="l">
              <a:buNone/>
              <a:defRPr sz="1296" b="1">
                <a:solidFill>
                  <a:srgbClr val="C7000B"/>
                </a:solidFill>
              </a:defRPr>
            </a:lvl7pPr>
            <a:lvl8pPr algn="l">
              <a:buNone/>
              <a:defRPr sz="1296" b="1">
                <a:solidFill>
                  <a:srgbClr val="C7000B"/>
                </a:solidFill>
              </a:defRPr>
            </a:lvl8pPr>
            <a:lvl9pPr algn="l">
              <a:buNone/>
              <a:defRPr sz="1296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296" b="1">
                <a:solidFill>
                  <a:srgbClr val="C7000B"/>
                </a:solidFill>
              </a:defRPr>
            </a:pPr>
            <a:r>
              <a:rPr sz="1296" b="1">
                <a:solidFill>
                  <a:srgbClr val="C7000B"/>
                </a:solidFill>
              </a:rPr>
              <a:t>数据与轨迹包</a:t>
            </a:r>
          </a:p>
        </p:txBody>
      </p:sp>
      <p:sp>
        <p:nvSpPr>
          <p:cNvPr id="269" name="领域语料、示范与评测集">
            <a:extLst xmlns:a="http://schemas.openxmlformats.org/drawingml/2006/main">
              <a:ext uri="{FF2B5EF4-FFF2-40B4-BE49-F238E27FC236}">
                <a16:creationId xmlns:a16="http://schemas.microsoft.com/office/drawing/2014/main" id="{146CCC2B-59C4-4756-A7F0-849A7B36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2648" y="3538728"/>
            <a:ext cx="2176272" cy="212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116" b="0">
                <a:solidFill>
                  <a:srgbClr val="666666"/>
                </a:solidFill>
              </a:defRPr>
            </a:lvl1pPr>
            <a:lvl2pPr algn="l">
              <a:buNone/>
              <a:defRPr sz="1116" b="0">
                <a:solidFill>
                  <a:srgbClr val="666666"/>
                </a:solidFill>
              </a:defRPr>
            </a:lvl2pPr>
            <a:lvl3pPr algn="l">
              <a:buNone/>
              <a:defRPr sz="1116" b="0">
                <a:solidFill>
                  <a:srgbClr val="666666"/>
                </a:solidFill>
              </a:defRPr>
            </a:lvl3pPr>
            <a:lvl4pPr algn="l">
              <a:buNone/>
              <a:defRPr sz="1116" b="0">
                <a:solidFill>
                  <a:srgbClr val="666666"/>
                </a:solidFill>
              </a:defRPr>
            </a:lvl4pPr>
            <a:lvl5pPr algn="l">
              <a:buNone/>
              <a:defRPr sz="1116" b="0">
                <a:solidFill>
                  <a:srgbClr val="666666"/>
                </a:solidFill>
              </a:defRPr>
            </a:lvl5pPr>
            <a:lvl6pPr algn="l">
              <a:buNone/>
              <a:defRPr sz="1116" b="0">
                <a:solidFill>
                  <a:srgbClr val="666666"/>
                </a:solidFill>
              </a:defRPr>
            </a:lvl6pPr>
            <a:lvl7pPr algn="l">
              <a:buNone/>
              <a:defRPr sz="1116" b="0">
                <a:solidFill>
                  <a:srgbClr val="666666"/>
                </a:solidFill>
              </a:defRPr>
            </a:lvl7pPr>
            <a:lvl8pPr algn="l">
              <a:buNone/>
              <a:defRPr sz="1116" b="0">
                <a:solidFill>
                  <a:srgbClr val="666666"/>
                </a:solidFill>
              </a:defRPr>
            </a:lvl8pPr>
            <a:lvl9pPr algn="l">
              <a:buNone/>
              <a:defRPr sz="1116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116" b="0">
                <a:solidFill>
                  <a:srgbClr val="666666"/>
                </a:solidFill>
              </a:defRPr>
            </a:pPr>
            <a:r>
              <a:rPr sz="1116" b="0">
                <a:solidFill>
                  <a:srgbClr val="666666"/>
                </a:solidFill>
              </a:rPr>
              <a:t>领域语料、示范与评测集</a:t>
            </a:r>
          </a:p>
        </p:txBody>
      </p:sp>
      <p:pic>
        <p:nvPicPr>
          <p:cNvPr id="4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79131d1ee43ec"/>
          <a:stretch xmlns:a="http://schemas.openxmlformats.org/drawingml/2006/main"/>
        </p:blipFill>
        <p:spPr>
          <a:xfrm xmlns:a="http://schemas.openxmlformats.org/drawingml/2006/main">
            <a:off x="11704320" y="374904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1" name="Agent版本">
            <a:extLst xmlns:a="http://schemas.openxmlformats.org/drawingml/2006/main">
              <a:ext uri="{FF2B5EF4-FFF2-40B4-BE49-F238E27FC236}">
                <a16:creationId xmlns:a16="http://schemas.microsoft.com/office/drawing/2014/main" id="{659E3F7F-289F-45C1-84B9-1EEC426C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2648" y="3739896"/>
            <a:ext cx="214884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296" b="1">
                <a:solidFill>
                  <a:srgbClr val="C7000B"/>
                </a:solidFill>
              </a:defRPr>
            </a:lvl1pPr>
            <a:lvl2pPr algn="l">
              <a:buNone/>
              <a:defRPr sz="1296" b="1">
                <a:solidFill>
                  <a:srgbClr val="C7000B"/>
                </a:solidFill>
              </a:defRPr>
            </a:lvl2pPr>
            <a:lvl3pPr algn="l">
              <a:buNone/>
              <a:defRPr sz="1296" b="1">
                <a:solidFill>
                  <a:srgbClr val="C7000B"/>
                </a:solidFill>
              </a:defRPr>
            </a:lvl3pPr>
            <a:lvl4pPr algn="l">
              <a:buNone/>
              <a:defRPr sz="1296" b="1">
                <a:solidFill>
                  <a:srgbClr val="C7000B"/>
                </a:solidFill>
              </a:defRPr>
            </a:lvl4pPr>
            <a:lvl5pPr algn="l">
              <a:buNone/>
              <a:defRPr sz="1296" b="1">
                <a:solidFill>
                  <a:srgbClr val="C7000B"/>
                </a:solidFill>
              </a:defRPr>
            </a:lvl5pPr>
            <a:lvl6pPr algn="l">
              <a:buNone/>
              <a:defRPr sz="1296" b="1">
                <a:solidFill>
                  <a:srgbClr val="C7000B"/>
                </a:solidFill>
              </a:defRPr>
            </a:lvl6pPr>
            <a:lvl7pPr algn="l">
              <a:buNone/>
              <a:defRPr sz="1296" b="1">
                <a:solidFill>
                  <a:srgbClr val="C7000B"/>
                </a:solidFill>
              </a:defRPr>
            </a:lvl7pPr>
            <a:lvl8pPr algn="l">
              <a:buNone/>
              <a:defRPr sz="1296" b="1">
                <a:solidFill>
                  <a:srgbClr val="C7000B"/>
                </a:solidFill>
              </a:defRPr>
            </a:lvl8pPr>
            <a:lvl9pPr algn="l">
              <a:buNone/>
              <a:defRPr sz="1296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296" b="1">
                <a:solidFill>
                  <a:srgbClr val="C7000B"/>
                </a:solidFill>
              </a:defRPr>
            </a:pPr>
            <a:r>
              <a:rPr sz="1296" b="1">
                <a:solidFill>
                  <a:srgbClr val="C7000B"/>
                </a:solidFill>
              </a:rPr>
              <a:t>Agent版本</a:t>
            </a:r>
          </a:p>
        </p:txBody>
      </p:sp>
      <p:sp>
        <p:nvSpPr>
          <p:cNvPr id="272" name="验收通过、集成发布">
            <a:extLst xmlns:a="http://schemas.openxmlformats.org/drawingml/2006/main">
              <a:ext uri="{FF2B5EF4-FFF2-40B4-BE49-F238E27FC236}">
                <a16:creationId xmlns:a16="http://schemas.microsoft.com/office/drawing/2014/main" id="{EA255B59-629A-4CF2-A894-2FFE6F60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2648" y="3950208"/>
            <a:ext cx="2176272" cy="212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116" b="0">
                <a:solidFill>
                  <a:srgbClr val="666666"/>
                </a:solidFill>
              </a:defRPr>
            </a:lvl1pPr>
            <a:lvl2pPr algn="l">
              <a:buNone/>
              <a:defRPr sz="1116" b="0">
                <a:solidFill>
                  <a:srgbClr val="666666"/>
                </a:solidFill>
              </a:defRPr>
            </a:lvl2pPr>
            <a:lvl3pPr algn="l">
              <a:buNone/>
              <a:defRPr sz="1116" b="0">
                <a:solidFill>
                  <a:srgbClr val="666666"/>
                </a:solidFill>
              </a:defRPr>
            </a:lvl3pPr>
            <a:lvl4pPr algn="l">
              <a:buNone/>
              <a:defRPr sz="1116" b="0">
                <a:solidFill>
                  <a:srgbClr val="666666"/>
                </a:solidFill>
              </a:defRPr>
            </a:lvl4pPr>
            <a:lvl5pPr algn="l">
              <a:buNone/>
              <a:defRPr sz="1116" b="0">
                <a:solidFill>
                  <a:srgbClr val="666666"/>
                </a:solidFill>
              </a:defRPr>
            </a:lvl5pPr>
            <a:lvl6pPr algn="l">
              <a:buNone/>
              <a:defRPr sz="1116" b="0">
                <a:solidFill>
                  <a:srgbClr val="666666"/>
                </a:solidFill>
              </a:defRPr>
            </a:lvl6pPr>
            <a:lvl7pPr algn="l">
              <a:buNone/>
              <a:defRPr sz="1116" b="0">
                <a:solidFill>
                  <a:srgbClr val="666666"/>
                </a:solidFill>
              </a:defRPr>
            </a:lvl7pPr>
            <a:lvl8pPr algn="l">
              <a:buNone/>
              <a:defRPr sz="1116" b="0">
                <a:solidFill>
                  <a:srgbClr val="666666"/>
                </a:solidFill>
              </a:defRPr>
            </a:lvl8pPr>
            <a:lvl9pPr algn="l">
              <a:buNone/>
              <a:defRPr sz="1116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116" b="0">
                <a:solidFill>
                  <a:srgbClr val="666666"/>
                </a:solidFill>
              </a:defRPr>
            </a:pPr>
            <a:r>
              <a:rPr sz="1116" b="0">
                <a:solidFill>
                  <a:srgbClr val="666666"/>
                </a:solidFill>
              </a:rPr>
              <a:t>验收通过、集成发布</a:t>
            </a:r>
          </a:p>
        </p:txBody>
      </p:sp>
      <p:pic>
        <p:nvPicPr>
          <p:cNvPr id="4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09fc99a3d4fab"/>
          <a:stretch xmlns:a="http://schemas.openxmlformats.org/drawingml/2006/main"/>
        </p:blipFill>
        <p:spPr>
          <a:xfrm xmlns:a="http://schemas.openxmlformats.org/drawingml/2006/main">
            <a:off x="11704320" y="416052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4" name="评测报告">
            <a:extLst xmlns:a="http://schemas.openxmlformats.org/drawingml/2006/main">
              <a:ext uri="{FF2B5EF4-FFF2-40B4-BE49-F238E27FC236}">
                <a16:creationId xmlns:a16="http://schemas.microsoft.com/office/drawing/2014/main" id="{6D9B1E34-73A6-4179-ABF3-FF81F1D7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2648" y="4151376"/>
            <a:ext cx="214884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296" b="1">
                <a:solidFill>
                  <a:srgbClr val="C7000B"/>
                </a:solidFill>
              </a:defRPr>
            </a:lvl1pPr>
            <a:lvl2pPr algn="l">
              <a:buNone/>
              <a:defRPr sz="1296" b="1">
                <a:solidFill>
                  <a:srgbClr val="C7000B"/>
                </a:solidFill>
              </a:defRPr>
            </a:lvl2pPr>
            <a:lvl3pPr algn="l">
              <a:buNone/>
              <a:defRPr sz="1296" b="1">
                <a:solidFill>
                  <a:srgbClr val="C7000B"/>
                </a:solidFill>
              </a:defRPr>
            </a:lvl3pPr>
            <a:lvl4pPr algn="l">
              <a:buNone/>
              <a:defRPr sz="1296" b="1">
                <a:solidFill>
                  <a:srgbClr val="C7000B"/>
                </a:solidFill>
              </a:defRPr>
            </a:lvl4pPr>
            <a:lvl5pPr algn="l">
              <a:buNone/>
              <a:defRPr sz="1296" b="1">
                <a:solidFill>
                  <a:srgbClr val="C7000B"/>
                </a:solidFill>
              </a:defRPr>
            </a:lvl5pPr>
            <a:lvl6pPr algn="l">
              <a:buNone/>
              <a:defRPr sz="1296" b="1">
                <a:solidFill>
                  <a:srgbClr val="C7000B"/>
                </a:solidFill>
              </a:defRPr>
            </a:lvl6pPr>
            <a:lvl7pPr algn="l">
              <a:buNone/>
              <a:defRPr sz="1296" b="1">
                <a:solidFill>
                  <a:srgbClr val="C7000B"/>
                </a:solidFill>
              </a:defRPr>
            </a:lvl7pPr>
            <a:lvl8pPr algn="l">
              <a:buNone/>
              <a:defRPr sz="1296" b="1">
                <a:solidFill>
                  <a:srgbClr val="C7000B"/>
                </a:solidFill>
              </a:defRPr>
            </a:lvl8pPr>
            <a:lvl9pPr algn="l">
              <a:buNone/>
              <a:defRPr sz="1296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296" b="1">
                <a:solidFill>
                  <a:srgbClr val="C7000B"/>
                </a:solidFill>
              </a:defRPr>
            </a:pPr>
            <a:r>
              <a:rPr sz="1296" b="1">
                <a:solidFill>
                  <a:srgbClr val="C7000B"/>
                </a:solidFill>
              </a:rPr>
              <a:t>评测报告</a:t>
            </a:r>
          </a:p>
        </p:txBody>
      </p:sp>
      <p:sp>
        <p:nvSpPr>
          <p:cNvPr id="275" name="版本结论与问题清单">
            <a:extLst xmlns:a="http://schemas.openxmlformats.org/drawingml/2006/main">
              <a:ext uri="{FF2B5EF4-FFF2-40B4-BE49-F238E27FC236}">
                <a16:creationId xmlns:a16="http://schemas.microsoft.com/office/drawing/2014/main" id="{022E099C-BC55-4CDE-A0E8-26CE9C87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2648" y="4361688"/>
            <a:ext cx="2176272" cy="212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116" b="0">
                <a:solidFill>
                  <a:srgbClr val="666666"/>
                </a:solidFill>
              </a:defRPr>
            </a:lvl1pPr>
            <a:lvl2pPr algn="l">
              <a:buNone/>
              <a:defRPr sz="1116" b="0">
                <a:solidFill>
                  <a:srgbClr val="666666"/>
                </a:solidFill>
              </a:defRPr>
            </a:lvl2pPr>
            <a:lvl3pPr algn="l">
              <a:buNone/>
              <a:defRPr sz="1116" b="0">
                <a:solidFill>
                  <a:srgbClr val="666666"/>
                </a:solidFill>
              </a:defRPr>
            </a:lvl3pPr>
            <a:lvl4pPr algn="l">
              <a:buNone/>
              <a:defRPr sz="1116" b="0">
                <a:solidFill>
                  <a:srgbClr val="666666"/>
                </a:solidFill>
              </a:defRPr>
            </a:lvl4pPr>
            <a:lvl5pPr algn="l">
              <a:buNone/>
              <a:defRPr sz="1116" b="0">
                <a:solidFill>
                  <a:srgbClr val="666666"/>
                </a:solidFill>
              </a:defRPr>
            </a:lvl5pPr>
            <a:lvl6pPr algn="l">
              <a:buNone/>
              <a:defRPr sz="1116" b="0">
                <a:solidFill>
                  <a:srgbClr val="666666"/>
                </a:solidFill>
              </a:defRPr>
            </a:lvl6pPr>
            <a:lvl7pPr algn="l">
              <a:buNone/>
              <a:defRPr sz="1116" b="0">
                <a:solidFill>
                  <a:srgbClr val="666666"/>
                </a:solidFill>
              </a:defRPr>
            </a:lvl7pPr>
            <a:lvl8pPr algn="l">
              <a:buNone/>
              <a:defRPr sz="1116" b="0">
                <a:solidFill>
                  <a:srgbClr val="666666"/>
                </a:solidFill>
              </a:defRPr>
            </a:lvl8pPr>
            <a:lvl9pPr algn="l">
              <a:buNone/>
              <a:defRPr sz="1116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116" b="0">
                <a:solidFill>
                  <a:srgbClr val="666666"/>
                </a:solidFill>
              </a:defRPr>
            </a:pPr>
            <a:r>
              <a:rPr sz="1116" b="0">
                <a:solidFill>
                  <a:srgbClr val="666666"/>
                </a:solidFill>
              </a:rPr>
              <a:t>版本结论与问题清单</a:t>
            </a:r>
          </a:p>
        </p:txBody>
      </p:sp>
      <p:pic>
        <p:nvPicPr>
          <p:cNvPr id="4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f4aebdc2c4c2e"/>
          <a:stretch xmlns:a="http://schemas.openxmlformats.org/drawingml/2006/main"/>
        </p:blipFill>
        <p:spPr>
          <a:xfrm xmlns:a="http://schemas.openxmlformats.org/drawingml/2006/main">
            <a:off x="11704320" y="45720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7" name="可运营报表">
            <a:extLst xmlns:a="http://schemas.openxmlformats.org/drawingml/2006/main">
              <a:ext uri="{FF2B5EF4-FFF2-40B4-BE49-F238E27FC236}">
                <a16:creationId xmlns:a16="http://schemas.microsoft.com/office/drawing/2014/main" id="{7BC65E60-A38F-4888-91F9-DCC2338C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2648" y="4562856"/>
            <a:ext cx="214884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296" b="1">
                <a:solidFill>
                  <a:srgbClr val="C7000B"/>
                </a:solidFill>
              </a:defRPr>
            </a:lvl1pPr>
            <a:lvl2pPr algn="l">
              <a:buNone/>
              <a:defRPr sz="1296" b="1">
                <a:solidFill>
                  <a:srgbClr val="C7000B"/>
                </a:solidFill>
              </a:defRPr>
            </a:lvl2pPr>
            <a:lvl3pPr algn="l">
              <a:buNone/>
              <a:defRPr sz="1296" b="1">
                <a:solidFill>
                  <a:srgbClr val="C7000B"/>
                </a:solidFill>
              </a:defRPr>
            </a:lvl3pPr>
            <a:lvl4pPr algn="l">
              <a:buNone/>
              <a:defRPr sz="1296" b="1">
                <a:solidFill>
                  <a:srgbClr val="C7000B"/>
                </a:solidFill>
              </a:defRPr>
            </a:lvl4pPr>
            <a:lvl5pPr algn="l">
              <a:buNone/>
              <a:defRPr sz="1296" b="1">
                <a:solidFill>
                  <a:srgbClr val="C7000B"/>
                </a:solidFill>
              </a:defRPr>
            </a:lvl5pPr>
            <a:lvl6pPr algn="l">
              <a:buNone/>
              <a:defRPr sz="1296" b="1">
                <a:solidFill>
                  <a:srgbClr val="C7000B"/>
                </a:solidFill>
              </a:defRPr>
            </a:lvl6pPr>
            <a:lvl7pPr algn="l">
              <a:buNone/>
              <a:defRPr sz="1296" b="1">
                <a:solidFill>
                  <a:srgbClr val="C7000B"/>
                </a:solidFill>
              </a:defRPr>
            </a:lvl7pPr>
            <a:lvl8pPr algn="l">
              <a:buNone/>
              <a:defRPr sz="1296" b="1">
                <a:solidFill>
                  <a:srgbClr val="C7000B"/>
                </a:solidFill>
              </a:defRPr>
            </a:lvl8pPr>
            <a:lvl9pPr algn="l">
              <a:buNone/>
              <a:defRPr sz="1296" b="1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296" b="1">
                <a:solidFill>
                  <a:srgbClr val="C7000B"/>
                </a:solidFill>
              </a:defRPr>
            </a:pPr>
            <a:r>
              <a:rPr sz="1296" b="1">
                <a:solidFill>
                  <a:srgbClr val="C7000B"/>
                </a:solidFill>
              </a:rPr>
              <a:t>可运营报表</a:t>
            </a:r>
          </a:p>
        </p:txBody>
      </p:sp>
      <p:sp>
        <p:nvSpPr>
          <p:cNvPr id="278" name="质量、用量、效率、成本">
            <a:extLst xmlns:a="http://schemas.openxmlformats.org/drawingml/2006/main">
              <a:ext uri="{FF2B5EF4-FFF2-40B4-BE49-F238E27FC236}">
                <a16:creationId xmlns:a16="http://schemas.microsoft.com/office/drawing/2014/main" id="{496F5B8F-FED1-4893-B66F-F00D12B5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2648" y="4773168"/>
            <a:ext cx="2176272" cy="212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116" b="0">
                <a:solidFill>
                  <a:srgbClr val="666666"/>
                </a:solidFill>
              </a:defRPr>
            </a:lvl1pPr>
            <a:lvl2pPr algn="l">
              <a:buNone/>
              <a:defRPr sz="1116" b="0">
                <a:solidFill>
                  <a:srgbClr val="666666"/>
                </a:solidFill>
              </a:defRPr>
            </a:lvl2pPr>
            <a:lvl3pPr algn="l">
              <a:buNone/>
              <a:defRPr sz="1116" b="0">
                <a:solidFill>
                  <a:srgbClr val="666666"/>
                </a:solidFill>
              </a:defRPr>
            </a:lvl3pPr>
            <a:lvl4pPr algn="l">
              <a:buNone/>
              <a:defRPr sz="1116" b="0">
                <a:solidFill>
                  <a:srgbClr val="666666"/>
                </a:solidFill>
              </a:defRPr>
            </a:lvl4pPr>
            <a:lvl5pPr algn="l">
              <a:buNone/>
              <a:defRPr sz="1116" b="0">
                <a:solidFill>
                  <a:srgbClr val="666666"/>
                </a:solidFill>
              </a:defRPr>
            </a:lvl5pPr>
            <a:lvl6pPr algn="l">
              <a:buNone/>
              <a:defRPr sz="1116" b="0">
                <a:solidFill>
                  <a:srgbClr val="666666"/>
                </a:solidFill>
              </a:defRPr>
            </a:lvl6pPr>
            <a:lvl7pPr algn="l">
              <a:buNone/>
              <a:defRPr sz="1116" b="0">
                <a:solidFill>
                  <a:srgbClr val="666666"/>
                </a:solidFill>
              </a:defRPr>
            </a:lvl7pPr>
            <a:lvl8pPr algn="l">
              <a:buNone/>
              <a:defRPr sz="1116" b="0">
                <a:solidFill>
                  <a:srgbClr val="666666"/>
                </a:solidFill>
              </a:defRPr>
            </a:lvl8pPr>
            <a:lvl9pPr algn="l">
              <a:buNone/>
              <a:defRPr sz="1116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116" b="0">
                <a:solidFill>
                  <a:srgbClr val="666666"/>
                </a:solidFill>
              </a:defRPr>
            </a:pPr>
            <a:r>
              <a:rPr sz="1116" b="0">
                <a:solidFill>
                  <a:srgbClr val="666666"/>
                </a:solidFill>
              </a:rPr>
              <a:t>质量、用量、效率、成本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12455C80-B282-4684-A812-4ABAA90B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416" y="3785616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8024AC3-F746-4543-94BD-AE97FE0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3785616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6" name=""/>
          <p:cNvCxnSpPr>
            <a:stCxn xmlns:a="http://schemas.openxmlformats.org/drawingml/2006/main" id="279" idx="2"/>
            <a:endCxn xmlns:a="http://schemas.openxmlformats.org/drawingml/2006/main" id="280" idx="0"/>
          </p:cNvCxnSpPr>
          <p:nvPr/>
        </p:nvCxnSpPr>
        <p:spPr>
          <a:xfrm xmlns:a="http://schemas.openxmlformats.org/drawingml/2006/main">
            <a:off x="11329416" y="3785616"/>
            <a:ext cx="128016" cy="0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666666"/>
            </a:solidFill>
            <a:prstDash val="dash"/>
            <a:tailEnd type="none" w="med" len="med"/>
          </a:ln>
        </p:spPr>
      </p:cxn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06C7635-81D5-4805-A243-4DFD8080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3785616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41EF757-B8E1-4776-A133-F8224A2B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3456432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282" idx="0"/>
            <a:endCxn xmlns:a="http://schemas.openxmlformats.org/drawingml/2006/main" id="283" idx="1"/>
          </p:cNvCxnSpPr>
          <p:nvPr/>
        </p:nvCxnSpPr>
        <p:spPr>
          <a:xfrm xmlns:a="http://schemas.openxmlformats.org/drawingml/2006/main" flipV="1">
            <a:off x="11457432" y="3456432"/>
            <a:ext cx="0" cy="329184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666666"/>
            </a:solidFill>
            <a:prstDash val="dash"/>
            <a:tailEnd type="none" w="med" len="med"/>
          </a:ln>
        </p:spPr>
      </p:cxn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290E311F-226C-4011-9D34-35795758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3456432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E7E21053-ADC7-44AC-BA01-58270C80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416" y="3456432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285" idx="0"/>
            <a:endCxn xmlns:a="http://schemas.openxmlformats.org/drawingml/2006/main" id="286" idx="2"/>
          </p:cNvCxnSpPr>
          <p:nvPr/>
        </p:nvCxnSpPr>
        <p:spPr>
          <a:xfrm xmlns:a="http://schemas.openxmlformats.org/drawingml/2006/main" flipH="1">
            <a:off x="11329416" y="3456432"/>
            <a:ext cx="128016" cy="0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666666"/>
            </a:solidFill>
            <a:prstDash val="dash"/>
            <a:tailEnd type="triangle" w="sm" len="sm"/>
          </a:ln>
        </p:spPr>
      </p:cxnSp>
      <p:sp>
        <p:nvSpPr>
          <p:cNvPr id="288" name="奖励与验收分开，评测问题指导Skill与训练优化">
            <a:extLst xmlns:a="http://schemas.openxmlformats.org/drawingml/2006/main">
              <a:ext uri="{FF2B5EF4-FFF2-40B4-BE49-F238E27FC236}">
                <a16:creationId xmlns:a16="http://schemas.microsoft.com/office/drawing/2014/main" id="{2CBE8C6C-D931-47DF-A970-AD284753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0912"/>
            <a:ext cx="5120640" cy="198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044" b="0">
                <a:solidFill>
                  <a:srgbClr val="666666"/>
                </a:solidFill>
              </a:defRPr>
            </a:lvl1pPr>
            <a:lvl2pPr algn="l">
              <a:buNone/>
              <a:defRPr sz="1044" b="0">
                <a:solidFill>
                  <a:srgbClr val="666666"/>
                </a:solidFill>
              </a:defRPr>
            </a:lvl2pPr>
            <a:lvl3pPr algn="l">
              <a:buNone/>
              <a:defRPr sz="1044" b="0">
                <a:solidFill>
                  <a:srgbClr val="666666"/>
                </a:solidFill>
              </a:defRPr>
            </a:lvl3pPr>
            <a:lvl4pPr algn="l">
              <a:buNone/>
              <a:defRPr sz="1044" b="0">
                <a:solidFill>
                  <a:srgbClr val="666666"/>
                </a:solidFill>
              </a:defRPr>
            </a:lvl4pPr>
            <a:lvl5pPr algn="l">
              <a:buNone/>
              <a:defRPr sz="1044" b="0">
                <a:solidFill>
                  <a:srgbClr val="666666"/>
                </a:solidFill>
              </a:defRPr>
            </a:lvl5pPr>
            <a:lvl6pPr algn="l">
              <a:buNone/>
              <a:defRPr sz="1044" b="0">
                <a:solidFill>
                  <a:srgbClr val="666666"/>
                </a:solidFill>
              </a:defRPr>
            </a:lvl6pPr>
            <a:lvl7pPr algn="l">
              <a:buNone/>
              <a:defRPr sz="1044" b="0">
                <a:solidFill>
                  <a:srgbClr val="666666"/>
                </a:solidFill>
              </a:defRPr>
            </a:lvl7pPr>
            <a:lvl8pPr algn="l">
              <a:buNone/>
              <a:defRPr sz="1044" b="0">
                <a:solidFill>
                  <a:srgbClr val="666666"/>
                </a:solidFill>
              </a:defRPr>
            </a:lvl8pPr>
            <a:lvl9pPr algn="l">
              <a:buNone/>
              <a:defRPr sz="1044" b="0">
                <a:solidFill>
                  <a:srgbClr val="666666"/>
                </a:solidFill>
              </a:defRPr>
            </a:lvl9pPr>
          </a:lstStyle>
          <a:p xmlns:a="http://schemas.openxmlformats.org/drawingml/2006/main">
            <a:pPr algn="l">
              <a:buNone/>
              <a:defRPr sz="1044" b="0">
                <a:solidFill>
                  <a:srgbClr val="666666"/>
                </a:solidFill>
              </a:defRPr>
            </a:pPr>
            <a:r>
              <a:rPr sz="1044" b="0">
                <a:solidFill>
                  <a:srgbClr val="666666"/>
                </a:solidFill>
              </a:rPr>
              <a:t>奖励与验收分开，评测问题指导Skill与训练优化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5719022-5EB4-4693-A46D-218D7097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3785616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91100172-021F-4645-988A-01CBA086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539496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6" name=""/>
          <p:cNvCxnSpPr>
            <a:stCxn xmlns:a="http://schemas.openxmlformats.org/drawingml/2006/main" id="289" idx="1"/>
            <a:endCxn xmlns:a="http://schemas.openxmlformats.org/drawingml/2006/main" id="290" idx="0"/>
          </p:cNvCxnSpPr>
          <p:nvPr/>
        </p:nvCxnSpPr>
        <p:spPr>
          <a:xfrm xmlns:a="http://schemas.openxmlformats.org/drawingml/2006/main">
            <a:off x="11457432" y="3785616"/>
            <a:ext cx="0" cy="1609344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C7000B"/>
            </a:solidFill>
            <a:prstDash val="dash"/>
            <a:tailEnd type="none" w="med" len="med"/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522BDF7E-64C2-407F-BFF1-545530C1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432" y="539496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74DB2DB-5510-4A62-A45A-1C07552C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39496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9" name=""/>
          <p:cNvCxnSpPr>
            <a:stCxn xmlns:a="http://schemas.openxmlformats.org/drawingml/2006/main" id="292" idx="0"/>
            <a:endCxn xmlns:a="http://schemas.openxmlformats.org/drawingml/2006/main" id="293" idx="2"/>
          </p:cNvCxnSpPr>
          <p:nvPr/>
        </p:nvCxnSpPr>
        <p:spPr>
          <a:xfrm xmlns:a="http://schemas.openxmlformats.org/drawingml/2006/main" flipH="1">
            <a:off x="2011680" y="5394960"/>
            <a:ext cx="9445752" cy="0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C7000B"/>
            </a:solidFill>
            <a:prstDash val="dash"/>
            <a:tailEnd type="none" w="med" len="med"/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23DABDCC-B730-43EB-B64B-BCA1BF56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39496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2B1F648-1F7C-4107-9D06-77CCBC76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919472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2" name=""/>
          <p:cNvCxnSpPr>
            <a:stCxn xmlns:a="http://schemas.openxmlformats.org/drawingml/2006/main" id="295" idx="0"/>
            <a:endCxn xmlns:a="http://schemas.openxmlformats.org/drawingml/2006/main" id="296" idx="1"/>
          </p:cNvCxnSpPr>
          <p:nvPr/>
        </p:nvCxnSpPr>
        <p:spPr>
          <a:xfrm xmlns:a="http://schemas.openxmlformats.org/drawingml/2006/main" flipV="1">
            <a:off x="2011680" y="4919472"/>
            <a:ext cx="0" cy="475488"/>
          </a:xfrm>
          <a:prstGeom xmlns:a="http://schemas.openxmlformats.org/drawingml/2006/main" prst="straightConnector1">
            <a:avLst/>
          </a:prstGeom>
          <a:ln xmlns:a="http://schemas.openxmlformats.org/drawingml/2006/main" w="11887">
            <a:solidFill>
              <a:srgbClr val="C7000B"/>
            </a:solidFill>
            <a:prstDash val="dash"/>
            <a:tailEnd type="triangle" w="sm" len="sm"/>
          </a:ln>
        </p:spPr>
      </p:cxnSp>
      <p:sp>
        <p:nvSpPr>
          <p:cNvPr id="298" name="评测问题与运行反馈驱动定向数据、轨迹合成">
            <a:extLst xmlns:a="http://schemas.openxmlformats.org/drawingml/2006/main">
              <a:ext uri="{FF2B5EF4-FFF2-40B4-BE49-F238E27FC236}">
                <a16:creationId xmlns:a16="http://schemas.microsoft.com/office/drawing/2014/main" id="{3C3124F5-FB44-4024-9F6D-0A268FB2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285232"/>
            <a:ext cx="5166360" cy="205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 sz="1080" b="0">
                <a:solidFill>
                  <a:srgbClr val="C7000B"/>
                </a:solidFill>
              </a:defRPr>
            </a:lvl1pPr>
            <a:lvl2pPr algn="l">
              <a:buNone/>
              <a:defRPr sz="1080" b="0">
                <a:solidFill>
                  <a:srgbClr val="C7000B"/>
                </a:solidFill>
              </a:defRPr>
            </a:lvl2pPr>
            <a:lvl3pPr algn="l">
              <a:buNone/>
              <a:defRPr sz="1080" b="0">
                <a:solidFill>
                  <a:srgbClr val="C7000B"/>
                </a:solidFill>
              </a:defRPr>
            </a:lvl3pPr>
            <a:lvl4pPr algn="l">
              <a:buNone/>
              <a:defRPr sz="1080" b="0">
                <a:solidFill>
                  <a:srgbClr val="C7000B"/>
                </a:solidFill>
              </a:defRPr>
            </a:lvl4pPr>
            <a:lvl5pPr algn="l">
              <a:buNone/>
              <a:defRPr sz="1080" b="0">
                <a:solidFill>
                  <a:srgbClr val="C7000B"/>
                </a:solidFill>
              </a:defRPr>
            </a:lvl5pPr>
            <a:lvl6pPr algn="l">
              <a:buNone/>
              <a:defRPr sz="1080" b="0">
                <a:solidFill>
                  <a:srgbClr val="C7000B"/>
                </a:solidFill>
              </a:defRPr>
            </a:lvl6pPr>
            <a:lvl7pPr algn="l">
              <a:buNone/>
              <a:defRPr sz="1080" b="0">
                <a:solidFill>
                  <a:srgbClr val="C7000B"/>
                </a:solidFill>
              </a:defRPr>
            </a:lvl7pPr>
            <a:lvl8pPr algn="l">
              <a:buNone/>
              <a:defRPr sz="1080" b="0">
                <a:solidFill>
                  <a:srgbClr val="C7000B"/>
                </a:solidFill>
              </a:defRPr>
            </a:lvl8pPr>
            <a:lvl9pPr algn="l">
              <a:buNone/>
              <a:defRPr sz="1080" b="0">
                <a:solidFill>
                  <a:srgbClr val="C7000B"/>
                </a:solidFill>
              </a:defRPr>
            </a:lvl9pPr>
          </a:lstStyle>
          <a:p xmlns:a="http://schemas.openxmlformats.org/drawingml/2006/main">
            <a:pPr algn="l">
              <a:buNone/>
              <a:defRPr sz="1080" b="0">
                <a:solidFill>
                  <a:srgbClr val="C7000B"/>
                </a:solidFill>
              </a:defRPr>
            </a:pPr>
            <a:r>
              <a:rPr sz="1080" b="0">
                <a:solidFill>
                  <a:srgbClr val="C7000B"/>
                </a:solidFill>
              </a:rPr>
              <a:t>评测问题与运行反馈驱动定向数据、轨迹合成</a:t>
            </a:r>
          </a:p>
        </p:txBody>
      </p:sp>
    </p:spTree>
    <p:extLst>
      <p:ext uri="{BB962C8B-B14F-4D97-AF65-F5344CB8AC3E}">
        <p14:creationId xmlns:p14="http://schemas.microsoft.com/office/powerpoint/2010/main" val="1243825800"/>
      </p:ext>
    </p:extLst>
  </p:cSld>
</p:sld>
</file>

<file path=ppt/theme/theme1.xml><?xml version="1.0" encoding="utf-8"?>
<a:theme xmlns:a="http://schemas.openxmlformats.org/drawingml/2006/main" name="Huawei-inspired Red White Gray">
  <a:themeElements>
    <a:clrScheme name="Huawei-inspired Red White Gray">
      <a:dk1>
        <a:srgbClr val="333333"/>
      </a:dk1>
      <a:lt1>
        <a:srgbClr val="FFFFFF"/>
      </a:lt1>
      <a:dk2>
        <a:srgbClr val="262626"/>
      </a:dk2>
      <a:lt2>
        <a:srgbClr val="F5F5F5"/>
      </a:lt2>
      <a:accent1>
        <a:srgbClr val="C7000B"/>
      </a:accent1>
      <a:accent2>
        <a:srgbClr val="666666"/>
      </a:accent2>
      <a:accent3>
        <a:srgbClr val="D9D9D9"/>
      </a:accent3>
      <a:accent4>
        <a:srgbClr val="FCEBEC"/>
      </a:accent4>
      <a:accent5>
        <a:srgbClr val="999999"/>
      </a:accent5>
      <a:accent6>
        <a:srgbClr val="8C0008"/>
      </a:accent6>
      <a:hlink>
        <a:srgbClr val="C7000B"/>
      </a:hlink>
      <a:folHlink>
        <a:srgbClr val="8C0008"/>
      </a:folHlink>
    </a:clrScheme>
    <a:fontScheme name="Microsoft YaHei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Huawei-inspired Red White Gra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2026-10-21T06:28:19.6210000Z</dcterms:created>
  <dcterms:modified xsi:type="dcterms:W3CDTF">2026-10-21T06:28:19.6210000Z</dcterms:modified>
</coreProperties>
</file>